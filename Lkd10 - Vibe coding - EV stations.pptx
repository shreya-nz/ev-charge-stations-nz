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8" r:id="rId2"/>
    <p:sldId id="269" r:id="rId3"/>
    <p:sldId id="277" r:id="rId4"/>
    <p:sldId id="281" r:id="rId5"/>
    <p:sldId id="276" r:id="rId6"/>
    <p:sldId id="283" r:id="rId7"/>
    <p:sldId id="285" r:id="rId8"/>
    <p:sldId id="286" r:id="rId9"/>
    <p:sldId id="287" r:id="rId10"/>
    <p:sldId id="272" r:id="rId11"/>
    <p:sldId id="280" r:id="rId12"/>
    <p:sldId id="267" r:id="rId13"/>
  </p:sldIdLst>
  <p:sldSz cx="7315200" cy="7315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C1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AD2A67-373B-447A-B8F6-F8C761DD443D}" v="89" dt="2025-04-10T08:11:03.0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32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eya Upadhyaya" userId="47aabb84-0188-43ed-b3f4-ae7447f87b8c" providerId="ADAL" clId="{BFC056FA-86B2-48B0-937E-66D05178C77F}"/>
    <pc:docChg chg="undo custSel addSld delSld modSld sldOrd">
      <pc:chgData name="Shreya Upadhyaya" userId="47aabb84-0188-43ed-b3f4-ae7447f87b8c" providerId="ADAL" clId="{BFC056FA-86B2-48B0-937E-66D05178C77F}" dt="2025-03-10T08:03:57.642" v="5542" actId="1035"/>
      <pc:docMkLst>
        <pc:docMk/>
      </pc:docMkLst>
      <pc:sldChg chg="del">
        <pc:chgData name="Shreya Upadhyaya" userId="47aabb84-0188-43ed-b3f4-ae7447f87b8c" providerId="ADAL" clId="{BFC056FA-86B2-48B0-937E-66D05178C77F}" dt="2025-03-06T22:15:08.226" v="2562" actId="47"/>
        <pc:sldMkLst>
          <pc:docMk/>
          <pc:sldMk cId="2314012363" sldId="256"/>
        </pc:sldMkLst>
      </pc:sldChg>
      <pc:sldChg chg="del">
        <pc:chgData name="Shreya Upadhyaya" userId="47aabb84-0188-43ed-b3f4-ae7447f87b8c" providerId="ADAL" clId="{BFC056FA-86B2-48B0-937E-66D05178C77F}" dt="2025-03-06T23:52:50.568" v="4979" actId="47"/>
        <pc:sldMkLst>
          <pc:docMk/>
          <pc:sldMk cId="1537576116" sldId="257"/>
        </pc:sldMkLst>
      </pc:sldChg>
      <pc:sldChg chg="del">
        <pc:chgData name="Shreya Upadhyaya" userId="47aabb84-0188-43ed-b3f4-ae7447f87b8c" providerId="ADAL" clId="{BFC056FA-86B2-48B0-937E-66D05178C77F}" dt="2025-03-06T23:52:47.572" v="4976" actId="47"/>
        <pc:sldMkLst>
          <pc:docMk/>
          <pc:sldMk cId="1430667090" sldId="260"/>
        </pc:sldMkLst>
      </pc:sldChg>
      <pc:sldChg chg="del">
        <pc:chgData name="Shreya Upadhyaya" userId="47aabb84-0188-43ed-b3f4-ae7447f87b8c" providerId="ADAL" clId="{BFC056FA-86B2-48B0-937E-66D05178C77F}" dt="2025-03-06T23:52:46.473" v="4975" actId="47"/>
        <pc:sldMkLst>
          <pc:docMk/>
          <pc:sldMk cId="182254726" sldId="261"/>
        </pc:sldMkLst>
      </pc:sldChg>
      <pc:sldChg chg="del">
        <pc:chgData name="Shreya Upadhyaya" userId="47aabb84-0188-43ed-b3f4-ae7447f87b8c" providerId="ADAL" clId="{BFC056FA-86B2-48B0-937E-66D05178C77F}" dt="2025-03-06T23:52:48.689" v="4977" actId="47"/>
        <pc:sldMkLst>
          <pc:docMk/>
          <pc:sldMk cId="2530214728" sldId="262"/>
        </pc:sldMkLst>
      </pc:sldChg>
      <pc:sldChg chg="del">
        <pc:chgData name="Shreya Upadhyaya" userId="47aabb84-0188-43ed-b3f4-ae7447f87b8c" providerId="ADAL" clId="{BFC056FA-86B2-48B0-937E-66D05178C77F}" dt="2025-03-06T23:52:44.563" v="4973" actId="47"/>
        <pc:sldMkLst>
          <pc:docMk/>
          <pc:sldMk cId="2229967009" sldId="263"/>
        </pc:sldMkLst>
      </pc:sldChg>
      <pc:sldChg chg="del">
        <pc:chgData name="Shreya Upadhyaya" userId="47aabb84-0188-43ed-b3f4-ae7447f87b8c" providerId="ADAL" clId="{BFC056FA-86B2-48B0-937E-66D05178C77F}" dt="2025-03-06T23:52:49.596" v="4978" actId="47"/>
        <pc:sldMkLst>
          <pc:docMk/>
          <pc:sldMk cId="1148046578" sldId="265"/>
        </pc:sldMkLst>
      </pc:sldChg>
      <pc:sldChg chg="addSp modSp del">
        <pc:chgData name="Shreya Upadhyaya" userId="47aabb84-0188-43ed-b3f4-ae7447f87b8c" providerId="ADAL" clId="{BFC056FA-86B2-48B0-937E-66D05178C77F}" dt="2025-03-06T23:52:45.525" v="4974" actId="47"/>
        <pc:sldMkLst>
          <pc:docMk/>
          <pc:sldMk cId="721555849" sldId="266"/>
        </pc:sldMkLst>
      </pc:sldChg>
      <pc:sldChg chg="addSp delSp modSp add mod ord setBg">
        <pc:chgData name="Shreya Upadhyaya" userId="47aabb84-0188-43ed-b3f4-ae7447f87b8c" providerId="ADAL" clId="{BFC056FA-86B2-48B0-937E-66D05178C77F}" dt="2025-03-10T07:28:53.476" v="5413" actId="20577"/>
        <pc:sldMkLst>
          <pc:docMk/>
          <pc:sldMk cId="1731353752" sldId="267"/>
        </pc:sldMkLst>
        <pc:spChg chg="mod">
          <ac:chgData name="Shreya Upadhyaya" userId="47aabb84-0188-43ed-b3f4-ae7447f87b8c" providerId="ADAL" clId="{BFC056FA-86B2-48B0-937E-66D05178C77F}" dt="2025-03-06T23:56:57.055" v="5026" actId="20577"/>
          <ac:spMkLst>
            <pc:docMk/>
            <pc:sldMk cId="1731353752" sldId="267"/>
            <ac:spMk id="2" creationId="{948ACE6C-2FEF-DD14-B0B8-99F2CB70BD49}"/>
          </ac:spMkLst>
        </pc:spChg>
        <pc:spChg chg="add mod">
          <ac:chgData name="Shreya Upadhyaya" userId="47aabb84-0188-43ed-b3f4-ae7447f87b8c" providerId="ADAL" clId="{BFC056FA-86B2-48B0-937E-66D05178C77F}" dt="2025-03-10T07:28:53.476" v="5413" actId="20577"/>
          <ac:spMkLst>
            <pc:docMk/>
            <pc:sldMk cId="1731353752" sldId="267"/>
            <ac:spMk id="13" creationId="{21501D12-0AEF-9C8C-40CD-73C11CC326D9}"/>
          </ac:spMkLst>
        </pc:spChg>
        <pc:cxnChg chg="add mod">
          <ac:chgData name="Shreya Upadhyaya" userId="47aabb84-0188-43ed-b3f4-ae7447f87b8c" providerId="ADAL" clId="{BFC056FA-86B2-48B0-937E-66D05178C77F}" dt="2025-03-06T21:24:06.347" v="1488" actId="1582"/>
          <ac:cxnSpMkLst>
            <pc:docMk/>
            <pc:sldMk cId="1731353752" sldId="267"/>
            <ac:cxnSpMk id="15" creationId="{036617AE-A6A5-CE09-A261-44136F92090A}"/>
          </ac:cxnSpMkLst>
        </pc:cxnChg>
      </pc:sldChg>
      <pc:sldChg chg="addSp delSp modSp add del mod setBg">
        <pc:chgData name="Shreya Upadhyaya" userId="47aabb84-0188-43ed-b3f4-ae7447f87b8c" providerId="ADAL" clId="{BFC056FA-86B2-48B0-937E-66D05178C77F}" dt="2025-03-06T23:05:50.592" v="3449" actId="47"/>
        <pc:sldMkLst>
          <pc:docMk/>
          <pc:sldMk cId="949553279" sldId="268"/>
        </pc:sldMkLst>
      </pc:sldChg>
      <pc:sldChg chg="addSp delSp modSp add mod setBg">
        <pc:chgData name="Shreya Upadhyaya" userId="47aabb84-0188-43ed-b3f4-ae7447f87b8c" providerId="ADAL" clId="{BFC056FA-86B2-48B0-937E-66D05178C77F}" dt="2025-03-10T08:03:45.507" v="5537" actId="1035"/>
        <pc:sldMkLst>
          <pc:docMk/>
          <pc:sldMk cId="560470605" sldId="269"/>
        </pc:sldMkLst>
        <pc:spChg chg="add mod">
          <ac:chgData name="Shreya Upadhyaya" userId="47aabb84-0188-43ed-b3f4-ae7447f87b8c" providerId="ADAL" clId="{BFC056FA-86B2-48B0-937E-66D05178C77F}" dt="2025-03-10T07:18:12.171" v="5248" actId="207"/>
          <ac:spMkLst>
            <pc:docMk/>
            <pc:sldMk cId="560470605" sldId="269"/>
            <ac:spMk id="3" creationId="{2AD23238-9AA9-5E1F-328E-DB0528FAC278}"/>
          </ac:spMkLst>
        </pc:spChg>
        <pc:spChg chg="add mod">
          <ac:chgData name="Shreya Upadhyaya" userId="47aabb84-0188-43ed-b3f4-ae7447f87b8c" providerId="ADAL" clId="{BFC056FA-86B2-48B0-937E-66D05178C77F}" dt="2025-03-06T22:18:10.388" v="2630" actId="1037"/>
          <ac:spMkLst>
            <pc:docMk/>
            <pc:sldMk cId="560470605" sldId="269"/>
            <ac:spMk id="7" creationId="{D940B559-0595-EBBE-57A4-F405303600D0}"/>
          </ac:spMkLst>
        </pc:spChg>
        <pc:spChg chg="add mod">
          <ac:chgData name="Shreya Upadhyaya" userId="47aabb84-0188-43ed-b3f4-ae7447f87b8c" providerId="ADAL" clId="{BFC056FA-86B2-48B0-937E-66D05178C77F}" dt="2025-03-10T08:03:45.507" v="5537" actId="1035"/>
          <ac:spMkLst>
            <pc:docMk/>
            <pc:sldMk cId="560470605" sldId="269"/>
            <ac:spMk id="12" creationId="{85964FCC-07F2-002F-653F-B167CE6B52F5}"/>
          </ac:spMkLst>
        </pc:spChg>
      </pc:sldChg>
      <pc:sldChg chg="add del setBg">
        <pc:chgData name="Shreya Upadhyaya" userId="47aabb84-0188-43ed-b3f4-ae7447f87b8c" providerId="ADAL" clId="{BFC056FA-86B2-48B0-937E-66D05178C77F}" dt="2025-03-06T23:01:46.190" v="3375" actId="47"/>
        <pc:sldMkLst>
          <pc:docMk/>
          <pc:sldMk cId="2074260819" sldId="270"/>
        </pc:sldMkLst>
      </pc:sldChg>
      <pc:sldChg chg="addSp delSp modSp add mod ord setBg">
        <pc:chgData name="Shreya Upadhyaya" userId="47aabb84-0188-43ed-b3f4-ae7447f87b8c" providerId="ADAL" clId="{BFC056FA-86B2-48B0-937E-66D05178C77F}" dt="2025-03-10T07:21:15.123" v="5296" actId="1076"/>
        <pc:sldMkLst>
          <pc:docMk/>
          <pc:sldMk cId="2759246047" sldId="271"/>
        </pc:sldMkLst>
      </pc:sldChg>
      <pc:sldChg chg="addSp delSp modSp add mod setBg">
        <pc:chgData name="Shreya Upadhyaya" userId="47aabb84-0188-43ed-b3f4-ae7447f87b8c" providerId="ADAL" clId="{BFC056FA-86B2-48B0-937E-66D05178C77F}" dt="2025-03-10T08:03:37.035" v="5518" actId="1035"/>
        <pc:sldMkLst>
          <pc:docMk/>
          <pc:sldMk cId="320239225" sldId="272"/>
        </pc:sldMkLst>
      </pc:sldChg>
      <pc:sldChg chg="add del ord setBg">
        <pc:chgData name="Shreya Upadhyaya" userId="47aabb84-0188-43ed-b3f4-ae7447f87b8c" providerId="ADAL" clId="{BFC056FA-86B2-48B0-937E-66D05178C77F}" dt="2025-03-06T23:00:49.606" v="3360" actId="47"/>
        <pc:sldMkLst>
          <pc:docMk/>
          <pc:sldMk cId="2298302667" sldId="273"/>
        </pc:sldMkLst>
      </pc:sldChg>
      <pc:sldChg chg="addSp delSp modSp add mod setBg">
        <pc:chgData name="Shreya Upadhyaya" userId="47aabb84-0188-43ed-b3f4-ae7447f87b8c" providerId="ADAL" clId="{BFC056FA-86B2-48B0-937E-66D05178C77F}" dt="2025-03-10T07:36:35.803" v="5511" actId="1076"/>
        <pc:sldMkLst>
          <pc:docMk/>
          <pc:sldMk cId="2691322445" sldId="274"/>
        </pc:sldMkLst>
      </pc:sldChg>
      <pc:sldChg chg="addSp delSp modSp add del mod ord setBg">
        <pc:chgData name="Shreya Upadhyaya" userId="47aabb84-0188-43ed-b3f4-ae7447f87b8c" providerId="ADAL" clId="{BFC056FA-86B2-48B0-937E-66D05178C77F}" dt="2025-03-06T23:15:16.170" v="3823" actId="47"/>
        <pc:sldMkLst>
          <pc:docMk/>
          <pc:sldMk cId="3104152864" sldId="275"/>
        </pc:sldMkLst>
      </pc:sldChg>
      <pc:sldChg chg="addSp delSp modSp add mod setBg">
        <pc:chgData name="Shreya Upadhyaya" userId="47aabb84-0188-43ed-b3f4-ae7447f87b8c" providerId="ADAL" clId="{BFC056FA-86B2-48B0-937E-66D05178C77F}" dt="2025-03-10T07:31:02.859" v="5486" actId="478"/>
        <pc:sldMkLst>
          <pc:docMk/>
          <pc:sldMk cId="3323965395" sldId="276"/>
        </pc:sldMkLst>
        <pc:spChg chg="add mod">
          <ac:chgData name="Shreya Upadhyaya" userId="47aabb84-0188-43ed-b3f4-ae7447f87b8c" providerId="ADAL" clId="{BFC056FA-86B2-48B0-937E-66D05178C77F}" dt="2025-03-10T07:30:58.521" v="5485" actId="1036"/>
          <ac:spMkLst>
            <pc:docMk/>
            <pc:sldMk cId="3323965395" sldId="276"/>
            <ac:spMk id="4" creationId="{C9C8547A-160F-895E-BE06-81E4F01D75CC}"/>
          </ac:spMkLst>
        </pc:spChg>
        <pc:cxnChg chg="add mod">
          <ac:chgData name="Shreya Upadhyaya" userId="47aabb84-0188-43ed-b3f4-ae7447f87b8c" providerId="ADAL" clId="{BFC056FA-86B2-48B0-937E-66D05178C77F}" dt="2025-03-10T07:30:58.521" v="5485" actId="1036"/>
          <ac:cxnSpMkLst>
            <pc:docMk/>
            <pc:sldMk cId="3323965395" sldId="276"/>
            <ac:cxnSpMk id="3" creationId="{5F555370-4832-88FE-B934-688282E4E739}"/>
          </ac:cxnSpMkLst>
        </pc:cxnChg>
      </pc:sldChg>
      <pc:sldChg chg="addSp delSp modSp add mod setBg">
        <pc:chgData name="Shreya Upadhyaya" userId="47aabb84-0188-43ed-b3f4-ae7447f87b8c" providerId="ADAL" clId="{BFC056FA-86B2-48B0-937E-66D05178C77F}" dt="2025-03-10T07:34:44.880" v="5498" actId="1036"/>
        <pc:sldMkLst>
          <pc:docMk/>
          <pc:sldMk cId="252143370" sldId="277"/>
        </pc:sldMkLst>
        <pc:spChg chg="mod">
          <ac:chgData name="Shreya Upadhyaya" userId="47aabb84-0188-43ed-b3f4-ae7447f87b8c" providerId="ADAL" clId="{BFC056FA-86B2-48B0-937E-66D05178C77F}" dt="2025-03-07T00:30:27.117" v="5147" actId="6549"/>
          <ac:spMkLst>
            <pc:docMk/>
            <pc:sldMk cId="252143370" sldId="277"/>
            <ac:spMk id="2" creationId="{A95A6477-7CD5-1103-8F5D-8AC67ECFD9F0}"/>
          </ac:spMkLst>
        </pc:spChg>
        <pc:spChg chg="mod">
          <ac:chgData name="Shreya Upadhyaya" userId="47aabb84-0188-43ed-b3f4-ae7447f87b8c" providerId="ADAL" clId="{BFC056FA-86B2-48B0-937E-66D05178C77F}" dt="2025-03-10T07:24:21.920" v="5361" actId="108"/>
          <ac:spMkLst>
            <pc:docMk/>
            <pc:sldMk cId="252143370" sldId="277"/>
            <ac:spMk id="3" creationId="{FFB97F2C-3332-6829-386D-F39BB19131F2}"/>
          </ac:spMkLst>
        </pc:spChg>
      </pc:sldChg>
      <pc:sldChg chg="addSp delSp modSp add del mod setBg">
        <pc:chgData name="Shreya Upadhyaya" userId="47aabb84-0188-43ed-b3f4-ae7447f87b8c" providerId="ADAL" clId="{BFC056FA-86B2-48B0-937E-66D05178C77F}" dt="2025-03-06T23:52:33.661" v="4972" actId="47"/>
        <pc:sldMkLst>
          <pc:docMk/>
          <pc:sldMk cId="2911008145" sldId="278"/>
        </pc:sldMkLst>
      </pc:sldChg>
      <pc:sldChg chg="addSp delSp modSp add mod setBg">
        <pc:chgData name="Shreya Upadhyaya" userId="47aabb84-0188-43ed-b3f4-ae7447f87b8c" providerId="ADAL" clId="{BFC056FA-86B2-48B0-937E-66D05178C77F}" dt="2025-03-10T08:03:57.642" v="5542" actId="1035"/>
        <pc:sldMkLst>
          <pc:docMk/>
          <pc:sldMk cId="3482621482" sldId="279"/>
        </pc:sldMkLst>
      </pc:sldChg>
    </pc:docChg>
  </pc:docChgLst>
  <pc:docChgLst>
    <pc:chgData name="Shreya Upadhyaya" userId="47aabb84-0188-43ed-b3f4-ae7447f87b8c" providerId="ADAL" clId="{21AD2A67-373B-447A-B8F6-F8C761DD443D}"/>
    <pc:docChg chg="undo custSel addSld delSld modSld sldOrd">
      <pc:chgData name="Shreya Upadhyaya" userId="47aabb84-0188-43ed-b3f4-ae7447f87b8c" providerId="ADAL" clId="{21AD2A67-373B-447A-B8F6-F8C761DD443D}" dt="2025-04-10T08:12:42.229" v="5071" actId="20577"/>
      <pc:docMkLst>
        <pc:docMk/>
      </pc:docMkLst>
      <pc:sldChg chg="addSp delSp modSp mod">
        <pc:chgData name="Shreya Upadhyaya" userId="47aabb84-0188-43ed-b3f4-ae7447f87b8c" providerId="ADAL" clId="{21AD2A67-373B-447A-B8F6-F8C761DD443D}" dt="2025-04-10T07:48:24.817" v="4621" actId="207"/>
        <pc:sldMkLst>
          <pc:docMk/>
          <pc:sldMk cId="1731353752" sldId="267"/>
        </pc:sldMkLst>
        <pc:spChg chg="mod">
          <ac:chgData name="Shreya Upadhyaya" userId="47aabb84-0188-43ed-b3f4-ae7447f87b8c" providerId="ADAL" clId="{21AD2A67-373B-447A-B8F6-F8C761DD443D}" dt="2025-04-10T07:48:24.817" v="4621" actId="207"/>
          <ac:spMkLst>
            <pc:docMk/>
            <pc:sldMk cId="1731353752" sldId="267"/>
            <ac:spMk id="2" creationId="{948ACE6C-2FEF-DD14-B0B8-99F2CB70BD49}"/>
          </ac:spMkLst>
        </pc:spChg>
        <pc:spChg chg="add del mod">
          <ac:chgData name="Shreya Upadhyaya" userId="47aabb84-0188-43ed-b3f4-ae7447f87b8c" providerId="ADAL" clId="{21AD2A67-373B-447A-B8F6-F8C761DD443D}" dt="2025-04-10T07:25:55.764" v="4040" actId="21"/>
          <ac:spMkLst>
            <pc:docMk/>
            <pc:sldMk cId="1731353752" sldId="267"/>
            <ac:spMk id="3" creationId="{BED9D1B5-06B1-8AED-CB1B-BD5BEC2176A6}"/>
          </ac:spMkLst>
        </pc:spChg>
        <pc:spChg chg="mod">
          <ac:chgData name="Shreya Upadhyaya" userId="47aabb84-0188-43ed-b3f4-ae7447f87b8c" providerId="ADAL" clId="{21AD2A67-373B-447A-B8F6-F8C761DD443D}" dt="2025-04-10T07:47:34.738" v="4613" actId="20577"/>
          <ac:spMkLst>
            <pc:docMk/>
            <pc:sldMk cId="1731353752" sldId="267"/>
            <ac:spMk id="13" creationId="{21501D12-0AEF-9C8C-40CD-73C11CC326D9}"/>
          </ac:spMkLst>
        </pc:spChg>
        <pc:cxnChg chg="mod">
          <ac:chgData name="Shreya Upadhyaya" userId="47aabb84-0188-43ed-b3f4-ae7447f87b8c" providerId="ADAL" clId="{21AD2A67-373B-447A-B8F6-F8C761DD443D}" dt="2025-04-10T07:47:27.168" v="4603" actId="1035"/>
          <ac:cxnSpMkLst>
            <pc:docMk/>
            <pc:sldMk cId="1731353752" sldId="267"/>
            <ac:cxnSpMk id="15" creationId="{036617AE-A6A5-CE09-A261-44136F92090A}"/>
          </ac:cxnSpMkLst>
        </pc:cxnChg>
      </pc:sldChg>
      <pc:sldChg chg="addSp delSp modSp mod ord">
        <pc:chgData name="Shreya Upadhyaya" userId="47aabb84-0188-43ed-b3f4-ae7447f87b8c" providerId="ADAL" clId="{21AD2A67-373B-447A-B8F6-F8C761DD443D}" dt="2025-04-10T07:53:15.891" v="4749" actId="21"/>
        <pc:sldMkLst>
          <pc:docMk/>
          <pc:sldMk cId="560470605" sldId="269"/>
        </pc:sldMkLst>
        <pc:spChg chg="add del mod">
          <ac:chgData name="Shreya Upadhyaya" userId="47aabb84-0188-43ed-b3f4-ae7447f87b8c" providerId="ADAL" clId="{21AD2A67-373B-447A-B8F6-F8C761DD443D}" dt="2025-04-10T07:53:15.891" v="4749" actId="21"/>
          <ac:spMkLst>
            <pc:docMk/>
            <pc:sldMk cId="560470605" sldId="269"/>
            <ac:spMk id="2" creationId="{E6CFCCFE-CC0C-F79E-A673-22AA4489CBFA}"/>
          </ac:spMkLst>
        </pc:spChg>
        <pc:spChg chg="mod">
          <ac:chgData name="Shreya Upadhyaya" userId="47aabb84-0188-43ed-b3f4-ae7447f87b8c" providerId="ADAL" clId="{21AD2A67-373B-447A-B8F6-F8C761DD443D}" dt="2025-04-10T05:31:39.423" v="2602" actId="948"/>
          <ac:spMkLst>
            <pc:docMk/>
            <pc:sldMk cId="560470605" sldId="269"/>
            <ac:spMk id="3" creationId="{2AD23238-9AA9-5E1F-328E-DB0528FAC278}"/>
          </ac:spMkLst>
        </pc:spChg>
        <pc:spChg chg="mod">
          <ac:chgData name="Shreya Upadhyaya" userId="47aabb84-0188-43ed-b3f4-ae7447f87b8c" providerId="ADAL" clId="{21AD2A67-373B-447A-B8F6-F8C761DD443D}" dt="2025-04-10T05:31:50.269" v="2603" actId="948"/>
          <ac:spMkLst>
            <pc:docMk/>
            <pc:sldMk cId="560470605" sldId="269"/>
            <ac:spMk id="7" creationId="{D940B559-0595-EBBE-57A4-F405303600D0}"/>
          </ac:spMkLst>
        </pc:spChg>
        <pc:spChg chg="mod">
          <ac:chgData name="Shreya Upadhyaya" userId="47aabb84-0188-43ed-b3f4-ae7447f87b8c" providerId="ADAL" clId="{21AD2A67-373B-447A-B8F6-F8C761DD443D}" dt="2025-04-10T07:08:43.809" v="3395" actId="20577"/>
          <ac:spMkLst>
            <pc:docMk/>
            <pc:sldMk cId="560470605" sldId="269"/>
            <ac:spMk id="12" creationId="{85964FCC-07F2-002F-653F-B167CE6B52F5}"/>
          </ac:spMkLst>
        </pc:spChg>
      </pc:sldChg>
      <pc:sldChg chg="addSp delSp modSp del mod ord">
        <pc:chgData name="Shreya Upadhyaya" userId="47aabb84-0188-43ed-b3f4-ae7447f87b8c" providerId="ADAL" clId="{21AD2A67-373B-447A-B8F6-F8C761DD443D}" dt="2025-04-10T07:40:35.621" v="4402" actId="47"/>
        <pc:sldMkLst>
          <pc:docMk/>
          <pc:sldMk cId="2759246047" sldId="271"/>
        </pc:sldMkLst>
        <pc:spChg chg="del">
          <ac:chgData name="Shreya Upadhyaya" userId="47aabb84-0188-43ed-b3f4-ae7447f87b8c" providerId="ADAL" clId="{21AD2A67-373B-447A-B8F6-F8C761DD443D}" dt="2025-04-10T04:11:11.395" v="1258" actId="478"/>
          <ac:spMkLst>
            <pc:docMk/>
            <pc:sldMk cId="2759246047" sldId="271"/>
            <ac:spMk id="2" creationId="{284B1F7E-F864-96A0-12FC-43ABE930D9C2}"/>
          </ac:spMkLst>
        </pc:spChg>
        <pc:spChg chg="del">
          <ac:chgData name="Shreya Upadhyaya" userId="47aabb84-0188-43ed-b3f4-ae7447f87b8c" providerId="ADAL" clId="{21AD2A67-373B-447A-B8F6-F8C761DD443D}" dt="2025-04-10T04:11:11.395" v="1258" actId="478"/>
          <ac:spMkLst>
            <pc:docMk/>
            <pc:sldMk cId="2759246047" sldId="271"/>
            <ac:spMk id="3" creationId="{806EDC85-F36B-B1B1-E820-FF85DD9F7A91}"/>
          </ac:spMkLst>
        </pc:spChg>
        <pc:spChg chg="del">
          <ac:chgData name="Shreya Upadhyaya" userId="47aabb84-0188-43ed-b3f4-ae7447f87b8c" providerId="ADAL" clId="{21AD2A67-373B-447A-B8F6-F8C761DD443D}" dt="2025-04-10T04:11:11.395" v="1258" actId="478"/>
          <ac:spMkLst>
            <pc:docMk/>
            <pc:sldMk cId="2759246047" sldId="271"/>
            <ac:spMk id="4" creationId="{B665AA1C-5A83-128A-B75D-8D7F012EDED9}"/>
          </ac:spMkLst>
        </pc:spChg>
        <pc:spChg chg="add del mod">
          <ac:chgData name="Shreya Upadhyaya" userId="47aabb84-0188-43ed-b3f4-ae7447f87b8c" providerId="ADAL" clId="{21AD2A67-373B-447A-B8F6-F8C761DD443D}" dt="2025-04-10T04:11:14.309" v="1259" actId="478"/>
          <ac:spMkLst>
            <pc:docMk/>
            <pc:sldMk cId="2759246047" sldId="271"/>
            <ac:spMk id="6" creationId="{7E2DE4B8-09CB-BAFE-865C-9BAB95070C1F}"/>
          </ac:spMkLst>
        </pc:spChg>
        <pc:picChg chg="add mod">
          <ac:chgData name="Shreya Upadhyaya" userId="47aabb84-0188-43ed-b3f4-ae7447f87b8c" providerId="ADAL" clId="{21AD2A67-373B-447A-B8F6-F8C761DD443D}" dt="2025-04-10T04:11:19.670" v="1261" actId="1076"/>
          <ac:picMkLst>
            <pc:docMk/>
            <pc:sldMk cId="2759246047" sldId="271"/>
            <ac:picMk id="8" creationId="{F8CB6CD3-19D0-8276-14AE-F939C580BDF5}"/>
          </ac:picMkLst>
        </pc:picChg>
        <pc:picChg chg="add mod">
          <ac:chgData name="Shreya Upadhyaya" userId="47aabb84-0188-43ed-b3f4-ae7447f87b8c" providerId="ADAL" clId="{21AD2A67-373B-447A-B8F6-F8C761DD443D}" dt="2025-04-10T06:59:11.382" v="3309" actId="1076"/>
          <ac:picMkLst>
            <pc:docMk/>
            <pc:sldMk cId="2759246047" sldId="271"/>
            <ac:picMk id="9" creationId="{F65188CC-99F3-D6CF-31BD-9E7AD18E9D56}"/>
          </ac:picMkLst>
        </pc:picChg>
      </pc:sldChg>
      <pc:sldChg chg="addSp delSp modSp mod ord">
        <pc:chgData name="Shreya Upadhyaya" userId="47aabb84-0188-43ed-b3f4-ae7447f87b8c" providerId="ADAL" clId="{21AD2A67-373B-447A-B8F6-F8C761DD443D}" dt="2025-04-10T07:50:44.661" v="4676" actId="207"/>
        <pc:sldMkLst>
          <pc:docMk/>
          <pc:sldMk cId="320239225" sldId="272"/>
        </pc:sldMkLst>
        <pc:spChg chg="del mod">
          <ac:chgData name="Shreya Upadhyaya" userId="47aabb84-0188-43ed-b3f4-ae7447f87b8c" providerId="ADAL" clId="{21AD2A67-373B-447A-B8F6-F8C761DD443D}" dt="2025-04-10T07:25:43.536" v="4038" actId="478"/>
          <ac:spMkLst>
            <pc:docMk/>
            <pc:sldMk cId="320239225" sldId="272"/>
            <ac:spMk id="2" creationId="{C393E3DF-B029-9135-A2C0-4B0226B2575D}"/>
          </ac:spMkLst>
        </pc:spChg>
        <pc:spChg chg="add del mod">
          <ac:chgData name="Shreya Upadhyaya" userId="47aabb84-0188-43ed-b3f4-ae7447f87b8c" providerId="ADAL" clId="{21AD2A67-373B-447A-B8F6-F8C761DD443D}" dt="2025-04-10T07:20:01.806" v="3870" actId="478"/>
          <ac:spMkLst>
            <pc:docMk/>
            <pc:sldMk cId="320239225" sldId="272"/>
            <ac:spMk id="3" creationId="{7F49AB12-E9FC-DAD5-4D62-478344489EC9}"/>
          </ac:spMkLst>
        </pc:spChg>
        <pc:spChg chg="add mod">
          <ac:chgData name="Shreya Upadhyaya" userId="47aabb84-0188-43ed-b3f4-ae7447f87b8c" providerId="ADAL" clId="{21AD2A67-373B-447A-B8F6-F8C761DD443D}" dt="2025-04-10T07:26:41.724" v="4091" actId="1076"/>
          <ac:spMkLst>
            <pc:docMk/>
            <pc:sldMk cId="320239225" sldId="272"/>
            <ac:spMk id="4" creationId="{1622E0CA-AA2E-235A-188D-44BBDAD523D2}"/>
          </ac:spMkLst>
        </pc:spChg>
        <pc:spChg chg="add mod">
          <ac:chgData name="Shreya Upadhyaya" userId="47aabb84-0188-43ed-b3f4-ae7447f87b8c" providerId="ADAL" clId="{21AD2A67-373B-447A-B8F6-F8C761DD443D}" dt="2025-04-10T07:49:47.872" v="4665" actId="1076"/>
          <ac:spMkLst>
            <pc:docMk/>
            <pc:sldMk cId="320239225" sldId="272"/>
            <ac:spMk id="5" creationId="{CBE5C886-0752-91FF-6DE6-18ED4211CD17}"/>
          </ac:spMkLst>
        </pc:spChg>
        <pc:spChg chg="add mod">
          <ac:chgData name="Shreya Upadhyaya" userId="47aabb84-0188-43ed-b3f4-ae7447f87b8c" providerId="ADAL" clId="{21AD2A67-373B-447A-B8F6-F8C761DD443D}" dt="2025-04-10T07:49:36.834" v="4662" actId="1076"/>
          <ac:spMkLst>
            <pc:docMk/>
            <pc:sldMk cId="320239225" sldId="272"/>
            <ac:spMk id="6" creationId="{767AA285-2C94-F072-3BBC-88098DC63D5B}"/>
          </ac:spMkLst>
        </pc:spChg>
        <pc:spChg chg="add mod">
          <ac:chgData name="Shreya Upadhyaya" userId="47aabb84-0188-43ed-b3f4-ae7447f87b8c" providerId="ADAL" clId="{21AD2A67-373B-447A-B8F6-F8C761DD443D}" dt="2025-04-10T07:20:45.264" v="3937" actId="20577"/>
          <ac:spMkLst>
            <pc:docMk/>
            <pc:sldMk cId="320239225" sldId="272"/>
            <ac:spMk id="7" creationId="{3850D23F-3BA6-3C98-5B4D-6D31EB05298C}"/>
          </ac:spMkLst>
        </pc:spChg>
        <pc:spChg chg="add del mod">
          <ac:chgData name="Shreya Upadhyaya" userId="47aabb84-0188-43ed-b3f4-ae7447f87b8c" providerId="ADAL" clId="{21AD2A67-373B-447A-B8F6-F8C761DD443D}" dt="2025-04-10T07:25:48.731" v="4039" actId="478"/>
          <ac:spMkLst>
            <pc:docMk/>
            <pc:sldMk cId="320239225" sldId="272"/>
            <ac:spMk id="9" creationId="{8A0BF7A0-BEBA-7432-B279-F982D67A7831}"/>
          </ac:spMkLst>
        </pc:spChg>
        <pc:spChg chg="add mod">
          <ac:chgData name="Shreya Upadhyaya" userId="47aabb84-0188-43ed-b3f4-ae7447f87b8c" providerId="ADAL" clId="{21AD2A67-373B-447A-B8F6-F8C761DD443D}" dt="2025-04-10T07:50:44.661" v="4676" actId="207"/>
          <ac:spMkLst>
            <pc:docMk/>
            <pc:sldMk cId="320239225" sldId="272"/>
            <ac:spMk id="10" creationId="{BED9D1B5-06B1-8AED-CB1B-BD5BEC2176A6}"/>
          </ac:spMkLst>
        </pc:spChg>
        <pc:cxnChg chg="add mod">
          <ac:chgData name="Shreya Upadhyaya" userId="47aabb84-0188-43ed-b3f4-ae7447f87b8c" providerId="ADAL" clId="{21AD2A67-373B-447A-B8F6-F8C761DD443D}" dt="2025-04-10T07:49:58.279" v="4668" actId="14100"/>
          <ac:cxnSpMkLst>
            <pc:docMk/>
            <pc:sldMk cId="320239225" sldId="272"/>
            <ac:cxnSpMk id="11" creationId="{6E3D1E7E-8996-750D-502D-098AF95AC9C0}"/>
          </ac:cxnSpMkLst>
        </pc:cxnChg>
      </pc:sldChg>
      <pc:sldChg chg="delSp modSp del mod">
        <pc:chgData name="Shreya Upadhyaya" userId="47aabb84-0188-43ed-b3f4-ae7447f87b8c" providerId="ADAL" clId="{21AD2A67-373B-447A-B8F6-F8C761DD443D}" dt="2025-04-10T07:41:36.566" v="4408" actId="47"/>
        <pc:sldMkLst>
          <pc:docMk/>
          <pc:sldMk cId="2691322445" sldId="274"/>
        </pc:sldMkLst>
        <pc:spChg chg="mod">
          <ac:chgData name="Shreya Upadhyaya" userId="47aabb84-0188-43ed-b3f4-ae7447f87b8c" providerId="ADAL" clId="{21AD2A67-373B-447A-B8F6-F8C761DD443D}" dt="2025-04-10T04:15:15.602" v="1497" actId="20577"/>
          <ac:spMkLst>
            <pc:docMk/>
            <pc:sldMk cId="2691322445" sldId="274"/>
            <ac:spMk id="2" creationId="{8ACD6602-D728-4284-49FE-507F07E1FB0D}"/>
          </ac:spMkLst>
        </pc:spChg>
        <pc:spChg chg="mod">
          <ac:chgData name="Shreya Upadhyaya" userId="47aabb84-0188-43ed-b3f4-ae7447f87b8c" providerId="ADAL" clId="{21AD2A67-373B-447A-B8F6-F8C761DD443D}" dt="2025-04-10T04:14:58.223" v="1448" actId="14100"/>
          <ac:spMkLst>
            <pc:docMk/>
            <pc:sldMk cId="2691322445" sldId="274"/>
            <ac:spMk id="3" creationId="{99735944-7EF8-D845-37E3-83D6DE493AC0}"/>
          </ac:spMkLst>
        </pc:spChg>
        <pc:spChg chg="del">
          <ac:chgData name="Shreya Upadhyaya" userId="47aabb84-0188-43ed-b3f4-ae7447f87b8c" providerId="ADAL" clId="{21AD2A67-373B-447A-B8F6-F8C761DD443D}" dt="2025-04-10T04:12:57.313" v="1265" actId="478"/>
          <ac:spMkLst>
            <pc:docMk/>
            <pc:sldMk cId="2691322445" sldId="274"/>
            <ac:spMk id="4" creationId="{860CBD6C-A2C6-E908-8EFF-294D1B72C174}"/>
          </ac:spMkLst>
        </pc:spChg>
        <pc:picChg chg="del">
          <ac:chgData name="Shreya Upadhyaya" userId="47aabb84-0188-43ed-b3f4-ae7447f87b8c" providerId="ADAL" clId="{21AD2A67-373B-447A-B8F6-F8C761DD443D}" dt="2025-04-10T04:13:00.591" v="1266" actId="478"/>
          <ac:picMkLst>
            <pc:docMk/>
            <pc:sldMk cId="2691322445" sldId="274"/>
            <ac:picMk id="6" creationId="{5ACDECC1-BAAE-EDA6-0CB2-C71D63C6D637}"/>
          </ac:picMkLst>
        </pc:picChg>
      </pc:sldChg>
      <pc:sldChg chg="addSp delSp modSp mod ord">
        <pc:chgData name="Shreya Upadhyaya" userId="47aabb84-0188-43ed-b3f4-ae7447f87b8c" providerId="ADAL" clId="{21AD2A67-373B-447A-B8F6-F8C761DD443D}" dt="2025-04-10T08:02:24.434" v="5004" actId="1035"/>
        <pc:sldMkLst>
          <pc:docMk/>
          <pc:sldMk cId="3323965395" sldId="276"/>
        </pc:sldMkLst>
        <pc:spChg chg="del mod">
          <ac:chgData name="Shreya Upadhyaya" userId="47aabb84-0188-43ed-b3f4-ae7447f87b8c" providerId="ADAL" clId="{21AD2A67-373B-447A-B8F6-F8C761DD443D}" dt="2025-04-10T07:14:47.729" v="3586" actId="478"/>
          <ac:spMkLst>
            <pc:docMk/>
            <pc:sldMk cId="3323965395" sldId="276"/>
            <ac:spMk id="2" creationId="{2A549B9C-8341-695D-1867-A31366986BC7}"/>
          </ac:spMkLst>
        </pc:spChg>
        <pc:spChg chg="mod">
          <ac:chgData name="Shreya Upadhyaya" userId="47aabb84-0188-43ed-b3f4-ae7447f87b8c" providerId="ADAL" clId="{21AD2A67-373B-447A-B8F6-F8C761DD443D}" dt="2025-04-10T08:02:17.151" v="4990" actId="20577"/>
          <ac:spMkLst>
            <pc:docMk/>
            <pc:sldMk cId="3323965395" sldId="276"/>
            <ac:spMk id="4" creationId="{C9C8547A-160F-895E-BE06-81E4F01D75CC}"/>
          </ac:spMkLst>
        </pc:spChg>
        <pc:spChg chg="del">
          <ac:chgData name="Shreya Upadhyaya" userId="47aabb84-0188-43ed-b3f4-ae7447f87b8c" providerId="ADAL" clId="{21AD2A67-373B-447A-B8F6-F8C761DD443D}" dt="2025-04-10T07:12:55.671" v="3506" actId="478"/>
          <ac:spMkLst>
            <pc:docMk/>
            <pc:sldMk cId="3323965395" sldId="276"/>
            <ac:spMk id="5" creationId="{9B574D1D-BDBA-D8B7-6CF8-5166446B7B67}"/>
          </ac:spMkLst>
        </pc:spChg>
        <pc:spChg chg="add del mod">
          <ac:chgData name="Shreya Upadhyaya" userId="47aabb84-0188-43ed-b3f4-ae7447f87b8c" providerId="ADAL" clId="{21AD2A67-373B-447A-B8F6-F8C761DD443D}" dt="2025-04-10T07:14:24.539" v="3584" actId="478"/>
          <ac:spMkLst>
            <pc:docMk/>
            <pc:sldMk cId="3323965395" sldId="276"/>
            <ac:spMk id="7" creationId="{935835E7-A45A-46E1-94BD-21D567F91D7F}"/>
          </ac:spMkLst>
        </pc:spChg>
        <pc:spChg chg="add del mod">
          <ac:chgData name="Shreya Upadhyaya" userId="47aabb84-0188-43ed-b3f4-ae7447f87b8c" providerId="ADAL" clId="{21AD2A67-373B-447A-B8F6-F8C761DD443D}" dt="2025-04-10T07:14:54.071" v="3588" actId="478"/>
          <ac:spMkLst>
            <pc:docMk/>
            <pc:sldMk cId="3323965395" sldId="276"/>
            <ac:spMk id="9" creationId="{81F5F54B-F619-779B-9EF1-E974926417A7}"/>
          </ac:spMkLst>
        </pc:spChg>
        <pc:cxnChg chg="mod">
          <ac:chgData name="Shreya Upadhyaya" userId="47aabb84-0188-43ed-b3f4-ae7447f87b8c" providerId="ADAL" clId="{21AD2A67-373B-447A-B8F6-F8C761DD443D}" dt="2025-04-10T08:02:24.434" v="5004" actId="1035"/>
          <ac:cxnSpMkLst>
            <pc:docMk/>
            <pc:sldMk cId="3323965395" sldId="276"/>
            <ac:cxnSpMk id="3" creationId="{5F555370-4832-88FE-B934-688282E4E739}"/>
          </ac:cxnSpMkLst>
        </pc:cxnChg>
        <pc:cxnChg chg="add del mod">
          <ac:chgData name="Shreya Upadhyaya" userId="47aabb84-0188-43ed-b3f4-ae7447f87b8c" providerId="ADAL" clId="{21AD2A67-373B-447A-B8F6-F8C761DD443D}" dt="2025-04-10T07:14:24.539" v="3584" actId="478"/>
          <ac:cxnSpMkLst>
            <pc:docMk/>
            <pc:sldMk cId="3323965395" sldId="276"/>
            <ac:cxnSpMk id="6" creationId="{EC7246AE-6FD8-D92C-EBC8-F301958DCB8D}"/>
          </ac:cxnSpMkLst>
        </pc:cxnChg>
      </pc:sldChg>
      <pc:sldChg chg="addSp delSp modSp mod ord">
        <pc:chgData name="Shreya Upadhyaya" userId="47aabb84-0188-43ed-b3f4-ae7447f87b8c" providerId="ADAL" clId="{21AD2A67-373B-447A-B8F6-F8C761DD443D}" dt="2025-04-10T05:40:48.735" v="2759" actId="1036"/>
        <pc:sldMkLst>
          <pc:docMk/>
          <pc:sldMk cId="252143370" sldId="277"/>
        </pc:sldMkLst>
        <pc:spChg chg="mod">
          <ac:chgData name="Shreya Upadhyaya" userId="47aabb84-0188-43ed-b3f4-ae7447f87b8c" providerId="ADAL" clId="{21AD2A67-373B-447A-B8F6-F8C761DD443D}" dt="2025-04-10T05:35:26.483" v="2614" actId="255"/>
          <ac:spMkLst>
            <pc:docMk/>
            <pc:sldMk cId="252143370" sldId="277"/>
            <ac:spMk id="2" creationId="{A95A6477-7CD5-1103-8F5D-8AC67ECFD9F0}"/>
          </ac:spMkLst>
        </pc:spChg>
        <pc:spChg chg="mod">
          <ac:chgData name="Shreya Upadhyaya" userId="47aabb84-0188-43ed-b3f4-ae7447f87b8c" providerId="ADAL" clId="{21AD2A67-373B-447A-B8F6-F8C761DD443D}" dt="2025-04-10T05:40:48.735" v="2759" actId="1036"/>
          <ac:spMkLst>
            <pc:docMk/>
            <pc:sldMk cId="252143370" sldId="277"/>
            <ac:spMk id="3" creationId="{FFB97F2C-3332-6829-386D-F39BB19131F2}"/>
          </ac:spMkLst>
        </pc:spChg>
        <pc:spChg chg="del">
          <ac:chgData name="Shreya Upadhyaya" userId="47aabb84-0188-43ed-b3f4-ae7447f87b8c" providerId="ADAL" clId="{21AD2A67-373B-447A-B8F6-F8C761DD443D}" dt="2025-04-09T22:03:55.559" v="686" actId="478"/>
          <ac:spMkLst>
            <pc:docMk/>
            <pc:sldMk cId="252143370" sldId="277"/>
            <ac:spMk id="4" creationId="{CFED8B50-786B-2585-0A03-2F7545EE6148}"/>
          </ac:spMkLst>
        </pc:spChg>
        <pc:spChg chg="add del mod">
          <ac:chgData name="Shreya Upadhyaya" userId="47aabb84-0188-43ed-b3f4-ae7447f87b8c" providerId="ADAL" clId="{21AD2A67-373B-447A-B8F6-F8C761DD443D}" dt="2025-04-10T04:21:16.189" v="1547" actId="21"/>
          <ac:spMkLst>
            <pc:docMk/>
            <pc:sldMk cId="252143370" sldId="277"/>
            <ac:spMk id="7" creationId="{935835E7-A45A-46E1-94BD-21D567F91D7F}"/>
          </ac:spMkLst>
        </pc:spChg>
        <pc:spChg chg="add del mod">
          <ac:chgData name="Shreya Upadhyaya" userId="47aabb84-0188-43ed-b3f4-ae7447f87b8c" providerId="ADAL" clId="{21AD2A67-373B-447A-B8F6-F8C761DD443D}" dt="2025-04-10T05:17:02.384" v="2110" actId="478"/>
          <ac:spMkLst>
            <pc:docMk/>
            <pc:sldMk cId="252143370" sldId="277"/>
            <ac:spMk id="9" creationId="{F069B12A-E5CF-6637-EEBF-B6B9CAC31D50}"/>
          </ac:spMkLst>
        </pc:spChg>
        <pc:spChg chg="del">
          <ac:chgData name="Shreya Upadhyaya" userId="47aabb84-0188-43ed-b3f4-ae7447f87b8c" providerId="ADAL" clId="{21AD2A67-373B-447A-B8F6-F8C761DD443D}" dt="2025-04-09T22:01:22.311" v="323" actId="478"/>
          <ac:spMkLst>
            <pc:docMk/>
            <pc:sldMk cId="252143370" sldId="277"/>
            <ac:spMk id="10" creationId="{757C7570-FBAD-FCB3-5B47-D024EE5902BE}"/>
          </ac:spMkLst>
        </pc:spChg>
        <pc:spChg chg="add del mod">
          <ac:chgData name="Shreya Upadhyaya" userId="47aabb84-0188-43ed-b3f4-ae7447f87b8c" providerId="ADAL" clId="{21AD2A67-373B-447A-B8F6-F8C761DD443D}" dt="2025-04-10T05:17:02.384" v="2110" actId="478"/>
          <ac:spMkLst>
            <pc:docMk/>
            <pc:sldMk cId="252143370" sldId="277"/>
            <ac:spMk id="11" creationId="{7BFB85A0-EE38-CD88-78FF-27077B211891}"/>
          </ac:spMkLst>
        </pc:spChg>
        <pc:spChg chg="add del mod">
          <ac:chgData name="Shreya Upadhyaya" userId="47aabb84-0188-43ed-b3f4-ae7447f87b8c" providerId="ADAL" clId="{21AD2A67-373B-447A-B8F6-F8C761DD443D}" dt="2025-04-10T05:40:48.735" v="2759" actId="1036"/>
          <ac:spMkLst>
            <pc:docMk/>
            <pc:sldMk cId="252143370" sldId="277"/>
            <ac:spMk id="12" creationId="{18BA8B31-F4CA-9CC2-80F2-A55BADA2A915}"/>
          </ac:spMkLst>
        </pc:spChg>
        <pc:spChg chg="add del mod">
          <ac:chgData name="Shreya Upadhyaya" userId="47aabb84-0188-43ed-b3f4-ae7447f87b8c" providerId="ADAL" clId="{21AD2A67-373B-447A-B8F6-F8C761DD443D}" dt="2025-04-10T04:26:01.338" v="1677" actId="478"/>
          <ac:spMkLst>
            <pc:docMk/>
            <pc:sldMk cId="252143370" sldId="277"/>
            <ac:spMk id="13" creationId="{F89E7246-BD71-B6CF-72E2-C5017F1DC0FE}"/>
          </ac:spMkLst>
        </pc:spChg>
        <pc:spChg chg="add mod">
          <ac:chgData name="Shreya Upadhyaya" userId="47aabb84-0188-43ed-b3f4-ae7447f87b8c" providerId="ADAL" clId="{21AD2A67-373B-447A-B8F6-F8C761DD443D}" dt="2025-04-10T05:40:48.735" v="2759" actId="1036"/>
          <ac:spMkLst>
            <pc:docMk/>
            <pc:sldMk cId="252143370" sldId="277"/>
            <ac:spMk id="14" creationId="{9AE395D2-8510-EA66-65CA-70112D81E01A}"/>
          </ac:spMkLst>
        </pc:spChg>
        <pc:spChg chg="add del mod">
          <ac:chgData name="Shreya Upadhyaya" userId="47aabb84-0188-43ed-b3f4-ae7447f87b8c" providerId="ADAL" clId="{21AD2A67-373B-447A-B8F6-F8C761DD443D}" dt="2025-04-10T05:17:02.384" v="2110" actId="478"/>
          <ac:spMkLst>
            <pc:docMk/>
            <pc:sldMk cId="252143370" sldId="277"/>
            <ac:spMk id="15" creationId="{A4E43A3F-91E8-738A-9336-EAA342CFBCC8}"/>
          </ac:spMkLst>
        </pc:spChg>
        <pc:picChg chg="del">
          <ac:chgData name="Shreya Upadhyaya" userId="47aabb84-0188-43ed-b3f4-ae7447f87b8c" providerId="ADAL" clId="{21AD2A67-373B-447A-B8F6-F8C761DD443D}" dt="2025-04-09T22:03:56.948" v="687" actId="478"/>
          <ac:picMkLst>
            <pc:docMk/>
            <pc:sldMk cId="252143370" sldId="277"/>
            <ac:picMk id="8" creationId="{EBC5CD63-755F-B0BC-2CD0-54A5142D62EC}"/>
          </ac:picMkLst>
        </pc:picChg>
        <pc:cxnChg chg="add del mod">
          <ac:chgData name="Shreya Upadhyaya" userId="47aabb84-0188-43ed-b3f4-ae7447f87b8c" providerId="ADAL" clId="{21AD2A67-373B-447A-B8F6-F8C761DD443D}" dt="2025-04-10T04:21:16.189" v="1547" actId="21"/>
          <ac:cxnSpMkLst>
            <pc:docMk/>
            <pc:sldMk cId="252143370" sldId="277"/>
            <ac:cxnSpMk id="5" creationId="{EC7246AE-6FD8-D92C-EBC8-F301958DCB8D}"/>
          </ac:cxnSpMkLst>
        </pc:cxnChg>
        <pc:cxnChg chg="del">
          <ac:chgData name="Shreya Upadhyaya" userId="47aabb84-0188-43ed-b3f4-ae7447f87b8c" providerId="ADAL" clId="{21AD2A67-373B-447A-B8F6-F8C761DD443D}" dt="2025-04-09T22:01:22.311" v="323" actId="478"/>
          <ac:cxnSpMkLst>
            <pc:docMk/>
            <pc:sldMk cId="252143370" sldId="277"/>
            <ac:cxnSpMk id="6" creationId="{F784EFA3-9910-64C2-23B2-8F3FD588E35B}"/>
          </ac:cxnSpMkLst>
        </pc:cxnChg>
      </pc:sldChg>
      <pc:sldChg chg="addSp delSp modSp add del mod setBg">
        <pc:chgData name="Shreya Upadhyaya" userId="47aabb84-0188-43ed-b3f4-ae7447f87b8c" providerId="ADAL" clId="{21AD2A67-373B-447A-B8F6-F8C761DD443D}" dt="2025-04-10T08:12:26.575" v="5069" actId="47"/>
        <pc:sldMkLst>
          <pc:docMk/>
          <pc:sldMk cId="1749737071" sldId="278"/>
        </pc:sldMkLst>
        <pc:spChg chg="mod">
          <ac:chgData name="Shreya Upadhyaya" userId="47aabb84-0188-43ed-b3f4-ae7447f87b8c" providerId="ADAL" clId="{21AD2A67-373B-447A-B8F6-F8C761DD443D}" dt="2025-04-10T07:07:07.895" v="3388" actId="6549"/>
          <ac:spMkLst>
            <pc:docMk/>
            <pc:sldMk cId="1749737071" sldId="278"/>
            <ac:spMk id="2" creationId="{56DD8B3B-76BD-4DE6-6E64-1EF35ADCC7FE}"/>
          </ac:spMkLst>
        </pc:spChg>
        <pc:spChg chg="add mod">
          <ac:chgData name="Shreya Upadhyaya" userId="47aabb84-0188-43ed-b3f4-ae7447f87b8c" providerId="ADAL" clId="{21AD2A67-373B-447A-B8F6-F8C761DD443D}" dt="2025-04-10T07:59:28.912" v="4979" actId="207"/>
          <ac:spMkLst>
            <pc:docMk/>
            <pc:sldMk cId="1749737071" sldId="278"/>
            <ac:spMk id="3" creationId="{3E06FFCD-5845-8145-288C-F43577EA02CB}"/>
          </ac:spMkLst>
        </pc:spChg>
        <pc:picChg chg="add del mod">
          <ac:chgData name="Shreya Upadhyaya" userId="47aabb84-0188-43ed-b3f4-ae7447f87b8c" providerId="ADAL" clId="{21AD2A67-373B-447A-B8F6-F8C761DD443D}" dt="2025-04-09T23:14:14.983" v="1089" actId="478"/>
          <ac:picMkLst>
            <pc:docMk/>
            <pc:sldMk cId="1749737071" sldId="278"/>
            <ac:picMk id="5" creationId="{F18D9D26-2AA3-AD49-29D6-C3AB8149CCB0}"/>
          </ac:picMkLst>
        </pc:picChg>
        <pc:picChg chg="add del mod">
          <ac:chgData name="Shreya Upadhyaya" userId="47aabb84-0188-43ed-b3f4-ae7447f87b8c" providerId="ADAL" clId="{21AD2A67-373B-447A-B8F6-F8C761DD443D}" dt="2025-04-10T06:59:03.938" v="3307" actId="21"/>
          <ac:picMkLst>
            <pc:docMk/>
            <pc:sldMk cId="1749737071" sldId="278"/>
            <ac:picMk id="7" creationId="{F65188CC-99F3-D6CF-31BD-9E7AD18E9D56}"/>
          </ac:picMkLst>
        </pc:picChg>
        <pc:picChg chg="add del mod">
          <ac:chgData name="Shreya Upadhyaya" userId="47aabb84-0188-43ed-b3f4-ae7447f87b8c" providerId="ADAL" clId="{21AD2A67-373B-447A-B8F6-F8C761DD443D}" dt="2025-04-10T03:59:17.366" v="1253" actId="21"/>
          <ac:picMkLst>
            <pc:docMk/>
            <pc:sldMk cId="1749737071" sldId="278"/>
            <ac:picMk id="9" creationId="{A73808E6-A3DB-4673-253D-48226027D24D}"/>
          </ac:picMkLst>
        </pc:picChg>
        <pc:picChg chg="add del mod">
          <ac:chgData name="Shreya Upadhyaya" userId="47aabb84-0188-43ed-b3f4-ae7447f87b8c" providerId="ADAL" clId="{21AD2A67-373B-447A-B8F6-F8C761DD443D}" dt="2025-04-10T06:57:40.689" v="3300" actId="478"/>
          <ac:picMkLst>
            <pc:docMk/>
            <pc:sldMk cId="1749737071" sldId="278"/>
            <ac:picMk id="11" creationId="{1E502097-52AD-62E3-B4E8-ED73F2AEB19C}"/>
          </ac:picMkLst>
        </pc:picChg>
        <pc:picChg chg="add del mod">
          <ac:chgData name="Shreya Upadhyaya" userId="47aabb84-0188-43ed-b3f4-ae7447f87b8c" providerId="ADAL" clId="{21AD2A67-373B-447A-B8F6-F8C761DD443D}" dt="2025-04-10T06:57:54.985" v="3304" actId="478"/>
          <ac:picMkLst>
            <pc:docMk/>
            <pc:sldMk cId="1749737071" sldId="278"/>
            <ac:picMk id="13" creationId="{DD286064-B557-A905-B3E5-65A646CDA892}"/>
          </ac:picMkLst>
        </pc:picChg>
        <pc:picChg chg="add del mod">
          <ac:chgData name="Shreya Upadhyaya" userId="47aabb84-0188-43ed-b3f4-ae7447f87b8c" providerId="ADAL" clId="{21AD2A67-373B-447A-B8F6-F8C761DD443D}" dt="2025-04-10T06:59:25.331" v="3325" actId="478"/>
          <ac:picMkLst>
            <pc:docMk/>
            <pc:sldMk cId="1749737071" sldId="278"/>
            <ac:picMk id="15" creationId="{415F80B5-F5BB-3E6A-336A-B9E9E260422A}"/>
          </ac:picMkLst>
        </pc:picChg>
        <pc:picChg chg="add del mod">
          <ac:chgData name="Shreya Upadhyaya" userId="47aabb84-0188-43ed-b3f4-ae7447f87b8c" providerId="ADAL" clId="{21AD2A67-373B-447A-B8F6-F8C761DD443D}" dt="2025-04-10T07:00:02.584" v="3329" actId="478"/>
          <ac:picMkLst>
            <pc:docMk/>
            <pc:sldMk cId="1749737071" sldId="278"/>
            <ac:picMk id="17" creationId="{6D0A17C8-298F-C034-5C4B-0680737FDB8D}"/>
          </ac:picMkLst>
        </pc:picChg>
        <pc:picChg chg="add del mod">
          <ac:chgData name="Shreya Upadhyaya" userId="47aabb84-0188-43ed-b3f4-ae7447f87b8c" providerId="ADAL" clId="{21AD2A67-373B-447A-B8F6-F8C761DD443D}" dt="2025-04-10T07:00:36.413" v="3333" actId="478"/>
          <ac:picMkLst>
            <pc:docMk/>
            <pc:sldMk cId="1749737071" sldId="278"/>
            <ac:picMk id="19" creationId="{9C4B335D-6EE2-785F-6C6E-33C40FFD0A3A}"/>
          </ac:picMkLst>
        </pc:picChg>
        <pc:picChg chg="add mod">
          <ac:chgData name="Shreya Upadhyaya" userId="47aabb84-0188-43ed-b3f4-ae7447f87b8c" providerId="ADAL" clId="{21AD2A67-373B-447A-B8F6-F8C761DD443D}" dt="2025-04-10T07:06:22.205" v="3378" actId="14861"/>
          <ac:picMkLst>
            <pc:docMk/>
            <pc:sldMk cId="1749737071" sldId="278"/>
            <ac:picMk id="21" creationId="{CC374128-A269-5AEE-08F7-6FB05CD331DB}"/>
          </ac:picMkLst>
        </pc:picChg>
        <pc:picChg chg="add del mod">
          <ac:chgData name="Shreya Upadhyaya" userId="47aabb84-0188-43ed-b3f4-ae7447f87b8c" providerId="ADAL" clId="{21AD2A67-373B-447A-B8F6-F8C761DD443D}" dt="2025-04-10T07:32:31.658" v="4260" actId="478"/>
          <ac:picMkLst>
            <pc:docMk/>
            <pc:sldMk cId="1749737071" sldId="278"/>
            <ac:picMk id="22" creationId="{957274F1-7998-409E-6EA3-FC3AD73EBE88}"/>
          </ac:picMkLst>
        </pc:picChg>
        <pc:picChg chg="add del mod">
          <ac:chgData name="Shreya Upadhyaya" userId="47aabb84-0188-43ed-b3f4-ae7447f87b8c" providerId="ADAL" clId="{21AD2A67-373B-447A-B8F6-F8C761DD443D}" dt="2025-04-10T07:32:32.553" v="4261" actId="478"/>
          <ac:picMkLst>
            <pc:docMk/>
            <pc:sldMk cId="1749737071" sldId="278"/>
            <ac:picMk id="23" creationId="{4057FD35-899E-B770-78DD-2EB80E4F9CDB}"/>
          </ac:picMkLst>
        </pc:picChg>
      </pc:sldChg>
      <pc:sldChg chg="addSp delSp modSp add del mod setBg">
        <pc:chgData name="Shreya Upadhyaya" userId="47aabb84-0188-43ed-b3f4-ae7447f87b8c" providerId="ADAL" clId="{21AD2A67-373B-447A-B8F6-F8C761DD443D}" dt="2025-04-10T07:41:47.732" v="4409" actId="47"/>
        <pc:sldMkLst>
          <pc:docMk/>
          <pc:sldMk cId="2635239892" sldId="279"/>
        </pc:sldMkLst>
        <pc:spChg chg="del">
          <ac:chgData name="Shreya Upadhyaya" userId="47aabb84-0188-43ed-b3f4-ae7447f87b8c" providerId="ADAL" clId="{21AD2A67-373B-447A-B8F6-F8C761DD443D}" dt="2025-04-10T03:59:10.675" v="1252" actId="478"/>
          <ac:spMkLst>
            <pc:docMk/>
            <pc:sldMk cId="2635239892" sldId="279"/>
            <ac:spMk id="13" creationId="{B29DB0F6-7435-0BEA-275C-292A92A1B809}"/>
          </ac:spMkLst>
        </pc:spChg>
        <pc:picChg chg="add mod modCrop">
          <ac:chgData name="Shreya Upadhyaya" userId="47aabb84-0188-43ed-b3f4-ae7447f87b8c" providerId="ADAL" clId="{21AD2A67-373B-447A-B8F6-F8C761DD443D}" dt="2025-04-10T03:59:50.904" v="1257" actId="14100"/>
          <ac:picMkLst>
            <pc:docMk/>
            <pc:sldMk cId="2635239892" sldId="279"/>
            <ac:picMk id="9" creationId="{A73808E6-A3DB-4673-253D-48226027D24D}"/>
          </ac:picMkLst>
        </pc:picChg>
        <pc:cxnChg chg="del">
          <ac:chgData name="Shreya Upadhyaya" userId="47aabb84-0188-43ed-b3f4-ae7447f87b8c" providerId="ADAL" clId="{21AD2A67-373B-447A-B8F6-F8C761DD443D}" dt="2025-04-10T03:59:10.675" v="1252" actId="478"/>
          <ac:cxnSpMkLst>
            <pc:docMk/>
            <pc:sldMk cId="2635239892" sldId="279"/>
            <ac:cxnSpMk id="15" creationId="{71ED9AF2-36EC-5324-211D-936F30D5A01A}"/>
          </ac:cxnSpMkLst>
        </pc:cxnChg>
      </pc:sldChg>
      <pc:sldChg chg="del">
        <pc:chgData name="Shreya Upadhyaya" userId="47aabb84-0188-43ed-b3f4-ae7447f87b8c" providerId="ADAL" clId="{21AD2A67-373B-447A-B8F6-F8C761DD443D}" dt="2025-04-08T21:39:03.345" v="9" actId="47"/>
        <pc:sldMkLst>
          <pc:docMk/>
          <pc:sldMk cId="3482621482" sldId="279"/>
        </pc:sldMkLst>
      </pc:sldChg>
      <pc:sldChg chg="modSp add mod ord setBg">
        <pc:chgData name="Shreya Upadhyaya" userId="47aabb84-0188-43ed-b3f4-ae7447f87b8c" providerId="ADAL" clId="{21AD2A67-373B-447A-B8F6-F8C761DD443D}" dt="2025-04-10T07:41:24.248" v="4407" actId="207"/>
        <pc:sldMkLst>
          <pc:docMk/>
          <pc:sldMk cId="1677929501" sldId="280"/>
        </pc:sldMkLst>
        <pc:spChg chg="mod">
          <ac:chgData name="Shreya Upadhyaya" userId="47aabb84-0188-43ed-b3f4-ae7447f87b8c" providerId="ADAL" clId="{21AD2A67-373B-447A-B8F6-F8C761DD443D}" dt="2025-04-10T07:41:24.248" v="4407" actId="207"/>
          <ac:spMkLst>
            <pc:docMk/>
            <pc:sldMk cId="1677929501" sldId="280"/>
            <ac:spMk id="3" creationId="{83462C26-687D-0D85-1717-E261F602FEAE}"/>
          </ac:spMkLst>
        </pc:spChg>
      </pc:sldChg>
      <pc:sldChg chg="addSp delSp modSp add mod setBg">
        <pc:chgData name="Shreya Upadhyaya" userId="47aabb84-0188-43ed-b3f4-ae7447f87b8c" providerId="ADAL" clId="{21AD2A67-373B-447A-B8F6-F8C761DD443D}" dt="2025-04-10T08:12:42.229" v="5071" actId="20577"/>
        <pc:sldMkLst>
          <pc:docMk/>
          <pc:sldMk cId="3622416465" sldId="281"/>
        </pc:sldMkLst>
        <pc:spChg chg="mod">
          <ac:chgData name="Shreya Upadhyaya" userId="47aabb84-0188-43ed-b3f4-ae7447f87b8c" providerId="ADAL" clId="{21AD2A67-373B-447A-B8F6-F8C761DD443D}" dt="2025-04-10T05:36:35.670" v="2654" actId="1038"/>
          <ac:spMkLst>
            <pc:docMk/>
            <pc:sldMk cId="3622416465" sldId="281"/>
            <ac:spMk id="2" creationId="{85CD7661-17DF-0321-4962-AB7B1CA47C38}"/>
          </ac:spMkLst>
        </pc:spChg>
        <pc:spChg chg="del">
          <ac:chgData name="Shreya Upadhyaya" userId="47aabb84-0188-43ed-b3f4-ae7447f87b8c" providerId="ADAL" clId="{21AD2A67-373B-447A-B8F6-F8C761DD443D}" dt="2025-04-10T05:22:24.745" v="2243" actId="478"/>
          <ac:spMkLst>
            <pc:docMk/>
            <pc:sldMk cId="3622416465" sldId="281"/>
            <ac:spMk id="3" creationId="{6E9858B5-739B-18C4-A3E0-131D75014620}"/>
          </ac:spMkLst>
        </pc:spChg>
        <pc:spChg chg="add mod">
          <ac:chgData name="Shreya Upadhyaya" userId="47aabb84-0188-43ed-b3f4-ae7447f87b8c" providerId="ADAL" clId="{21AD2A67-373B-447A-B8F6-F8C761DD443D}" dt="2025-04-10T07:09:07.573" v="3396" actId="14100"/>
          <ac:spMkLst>
            <pc:docMk/>
            <pc:sldMk cId="3622416465" sldId="281"/>
            <ac:spMk id="4" creationId="{D26F6D12-887C-9BDC-04DA-1FBEDBD7008F}"/>
          </ac:spMkLst>
        </pc:spChg>
        <pc:spChg chg="add mod">
          <ac:chgData name="Shreya Upadhyaya" userId="47aabb84-0188-43ed-b3f4-ae7447f87b8c" providerId="ADAL" clId="{21AD2A67-373B-447A-B8F6-F8C761DD443D}" dt="2025-04-10T07:11:27.548" v="3415"/>
          <ac:spMkLst>
            <pc:docMk/>
            <pc:sldMk cId="3622416465" sldId="281"/>
            <ac:spMk id="5" creationId="{7AE2785C-28CB-E9B2-6A14-5A7D3E59EB87}"/>
          </ac:spMkLst>
        </pc:spChg>
        <pc:spChg chg="mod">
          <ac:chgData name="Shreya Upadhyaya" userId="47aabb84-0188-43ed-b3f4-ae7447f87b8c" providerId="ADAL" clId="{21AD2A67-373B-447A-B8F6-F8C761DD443D}" dt="2025-04-10T05:36:53.043" v="2681" actId="1035"/>
          <ac:spMkLst>
            <pc:docMk/>
            <pc:sldMk cId="3622416465" sldId="281"/>
            <ac:spMk id="9" creationId="{B48CA3C0-B347-1523-D8C7-D1030B8F4BF9}"/>
          </ac:spMkLst>
        </pc:spChg>
        <pc:spChg chg="mod">
          <ac:chgData name="Shreya Upadhyaya" userId="47aabb84-0188-43ed-b3f4-ae7447f87b8c" providerId="ADAL" clId="{21AD2A67-373B-447A-B8F6-F8C761DD443D}" dt="2025-04-10T08:12:42.229" v="5071" actId="20577"/>
          <ac:spMkLst>
            <pc:docMk/>
            <pc:sldMk cId="3622416465" sldId="281"/>
            <ac:spMk id="11" creationId="{2934B20D-C9C9-615A-5B28-5EBA0F7B8423}"/>
          </ac:spMkLst>
        </pc:spChg>
        <pc:spChg chg="del">
          <ac:chgData name="Shreya Upadhyaya" userId="47aabb84-0188-43ed-b3f4-ae7447f87b8c" providerId="ADAL" clId="{21AD2A67-373B-447A-B8F6-F8C761DD443D}" dt="2025-04-10T05:22:24.745" v="2243" actId="478"/>
          <ac:spMkLst>
            <pc:docMk/>
            <pc:sldMk cId="3622416465" sldId="281"/>
            <ac:spMk id="12" creationId="{7C53EB67-3BCA-7A73-946C-C0C5242207AD}"/>
          </ac:spMkLst>
        </pc:spChg>
        <pc:spChg chg="del">
          <ac:chgData name="Shreya Upadhyaya" userId="47aabb84-0188-43ed-b3f4-ae7447f87b8c" providerId="ADAL" clId="{21AD2A67-373B-447A-B8F6-F8C761DD443D}" dt="2025-04-10T05:22:24.745" v="2243" actId="478"/>
          <ac:spMkLst>
            <pc:docMk/>
            <pc:sldMk cId="3622416465" sldId="281"/>
            <ac:spMk id="14" creationId="{676C1A6B-E230-75E9-5649-A90DD1E79173}"/>
          </ac:spMkLst>
        </pc:spChg>
        <pc:spChg chg="mod">
          <ac:chgData name="Shreya Upadhyaya" userId="47aabb84-0188-43ed-b3f4-ae7447f87b8c" providerId="ADAL" clId="{21AD2A67-373B-447A-B8F6-F8C761DD443D}" dt="2025-04-10T07:22:28.021" v="3981" actId="14100"/>
          <ac:spMkLst>
            <pc:docMk/>
            <pc:sldMk cId="3622416465" sldId="281"/>
            <ac:spMk id="15" creationId="{970F8CEF-1D7F-A415-E065-BAD6801154C4}"/>
          </ac:spMkLst>
        </pc:spChg>
      </pc:sldChg>
      <pc:sldChg chg="add del setBg">
        <pc:chgData name="Shreya Upadhyaya" userId="47aabb84-0188-43ed-b3f4-ae7447f87b8c" providerId="ADAL" clId="{21AD2A67-373B-447A-B8F6-F8C761DD443D}" dt="2025-04-10T07:41:54.831" v="4410" actId="47"/>
        <pc:sldMkLst>
          <pc:docMk/>
          <pc:sldMk cId="2261009424" sldId="282"/>
        </pc:sldMkLst>
      </pc:sldChg>
      <pc:sldChg chg="modSp add del setBg">
        <pc:chgData name="Shreya Upadhyaya" userId="47aabb84-0188-43ed-b3f4-ae7447f87b8c" providerId="ADAL" clId="{21AD2A67-373B-447A-B8F6-F8C761DD443D}" dt="2025-04-10T07:04:11.435" v="3376" actId="47"/>
        <pc:sldMkLst>
          <pc:docMk/>
          <pc:sldMk cId="2395544835" sldId="282"/>
        </pc:sldMkLst>
        <pc:picChg chg="mod">
          <ac:chgData name="Shreya Upadhyaya" userId="47aabb84-0188-43ed-b3f4-ae7447f87b8c" providerId="ADAL" clId="{21AD2A67-373B-447A-B8F6-F8C761DD443D}" dt="2025-04-10T07:04:05.429" v="3375"/>
          <ac:picMkLst>
            <pc:docMk/>
            <pc:sldMk cId="2395544835" sldId="282"/>
            <ac:picMk id="21" creationId="{2C5A39C7-9CB0-0F97-2F6E-40BAE86A6DFA}"/>
          </ac:picMkLst>
        </pc:picChg>
      </pc:sldChg>
      <pc:sldChg chg="addSp delSp modSp add mod setBg">
        <pc:chgData name="Shreya Upadhyaya" userId="47aabb84-0188-43ed-b3f4-ae7447f87b8c" providerId="ADAL" clId="{21AD2A67-373B-447A-B8F6-F8C761DD443D}" dt="2025-04-10T07:25:31.097" v="4037" actId="1036"/>
        <pc:sldMkLst>
          <pc:docMk/>
          <pc:sldMk cId="3457179545" sldId="283"/>
        </pc:sldMkLst>
        <pc:spChg chg="mod">
          <ac:chgData name="Shreya Upadhyaya" userId="47aabb84-0188-43ed-b3f4-ae7447f87b8c" providerId="ADAL" clId="{21AD2A67-373B-447A-B8F6-F8C761DD443D}" dt="2025-04-10T07:24:17.857" v="4005" actId="26606"/>
          <ac:spMkLst>
            <pc:docMk/>
            <pc:sldMk cId="3457179545" sldId="283"/>
            <ac:spMk id="2" creationId="{2B1DDA4E-F940-B9EA-BE15-700356E05CAE}"/>
          </ac:spMkLst>
        </pc:spChg>
        <pc:spChg chg="del">
          <ac:chgData name="Shreya Upadhyaya" userId="47aabb84-0188-43ed-b3f4-ae7447f87b8c" providerId="ADAL" clId="{21AD2A67-373B-447A-B8F6-F8C761DD443D}" dt="2025-04-10T07:23:20.575" v="3999" actId="478"/>
          <ac:spMkLst>
            <pc:docMk/>
            <pc:sldMk cId="3457179545" sldId="283"/>
            <ac:spMk id="4" creationId="{4E6EAC78-DC59-38AB-2F0A-9B92276539F1}"/>
          </ac:spMkLst>
        </pc:spChg>
        <pc:spChg chg="add">
          <ac:chgData name="Shreya Upadhyaya" userId="47aabb84-0188-43ed-b3f4-ae7447f87b8c" providerId="ADAL" clId="{21AD2A67-373B-447A-B8F6-F8C761DD443D}" dt="2025-04-10T07:24:17.857" v="4005" actId="26606"/>
          <ac:spMkLst>
            <pc:docMk/>
            <pc:sldMk cId="3457179545" sldId="283"/>
            <ac:spMk id="5" creationId="{A4AC5506-6312-4701-8D3C-40187889A947}"/>
          </ac:spMkLst>
        </pc:spChg>
        <pc:spChg chg="add del">
          <ac:chgData name="Shreya Upadhyaya" userId="47aabb84-0188-43ed-b3f4-ae7447f87b8c" providerId="ADAL" clId="{21AD2A67-373B-447A-B8F6-F8C761DD443D}" dt="2025-04-10T07:24:10.819" v="4004" actId="26606"/>
          <ac:spMkLst>
            <pc:docMk/>
            <pc:sldMk cId="3457179545" sldId="283"/>
            <ac:spMk id="8" creationId="{A4AC5506-6312-4701-8D3C-40187889A947}"/>
          </ac:spMkLst>
        </pc:spChg>
        <pc:spChg chg="del">
          <ac:chgData name="Shreya Upadhyaya" userId="47aabb84-0188-43ed-b3f4-ae7447f87b8c" providerId="ADAL" clId="{21AD2A67-373B-447A-B8F6-F8C761DD443D}" dt="2025-04-10T07:23:23.883" v="4000" actId="478"/>
          <ac:spMkLst>
            <pc:docMk/>
            <pc:sldMk cId="3457179545" sldId="283"/>
            <ac:spMk id="9" creationId="{BF471BF3-482C-8270-2CE6-A459931F02F4}"/>
          </ac:spMkLst>
        </pc:spChg>
        <pc:spChg chg="del">
          <ac:chgData name="Shreya Upadhyaya" userId="47aabb84-0188-43ed-b3f4-ae7447f87b8c" providerId="ADAL" clId="{21AD2A67-373B-447A-B8F6-F8C761DD443D}" dt="2025-04-10T07:23:20.575" v="3999" actId="478"/>
          <ac:spMkLst>
            <pc:docMk/>
            <pc:sldMk cId="3457179545" sldId="283"/>
            <ac:spMk id="11" creationId="{702E53B2-7FB9-6432-C241-3EA5AA1C7B80}"/>
          </ac:spMkLst>
        </pc:spChg>
        <pc:spChg chg="del">
          <ac:chgData name="Shreya Upadhyaya" userId="47aabb84-0188-43ed-b3f4-ae7447f87b8c" providerId="ADAL" clId="{21AD2A67-373B-447A-B8F6-F8C761DD443D}" dt="2025-04-10T07:23:20.575" v="3999" actId="478"/>
          <ac:spMkLst>
            <pc:docMk/>
            <pc:sldMk cId="3457179545" sldId="283"/>
            <ac:spMk id="15" creationId="{2713EC87-0856-A795-B08A-CEF61D6BF0F7}"/>
          </ac:spMkLst>
        </pc:spChg>
        <pc:picChg chg="add mod">
          <ac:chgData name="Shreya Upadhyaya" userId="47aabb84-0188-43ed-b3f4-ae7447f87b8c" providerId="ADAL" clId="{21AD2A67-373B-447A-B8F6-F8C761DD443D}" dt="2025-04-10T07:25:31.097" v="4037" actId="1036"/>
          <ac:picMkLst>
            <pc:docMk/>
            <pc:sldMk cId="3457179545" sldId="283"/>
            <ac:picMk id="3" creationId="{329300D8-FCCE-E975-F093-C5E70763DB8E}"/>
          </ac:picMkLst>
        </pc:picChg>
      </pc:sldChg>
      <pc:sldChg chg="addSp delSp modSp add del setBg delDesignElem">
        <pc:chgData name="Shreya Upadhyaya" userId="47aabb84-0188-43ed-b3f4-ae7447f87b8c" providerId="ADAL" clId="{21AD2A67-373B-447A-B8F6-F8C761DD443D}" dt="2025-04-10T07:29:15.308" v="4169" actId="47"/>
        <pc:sldMkLst>
          <pc:docMk/>
          <pc:sldMk cId="2416695131" sldId="284"/>
        </pc:sldMkLst>
        <pc:spChg chg="add mod">
          <ac:chgData name="Shreya Upadhyaya" userId="47aabb84-0188-43ed-b3f4-ae7447f87b8c" providerId="ADAL" clId="{21AD2A67-373B-447A-B8F6-F8C761DD443D}" dt="2025-04-10T07:28:51.571" v="4167"/>
          <ac:spMkLst>
            <pc:docMk/>
            <pc:sldMk cId="2416695131" sldId="284"/>
            <ac:spMk id="4" creationId="{C865C82D-9BBD-33EB-3138-3F9FEC012E95}"/>
          </ac:spMkLst>
        </pc:spChg>
        <pc:spChg chg="del">
          <ac:chgData name="Shreya Upadhyaya" userId="47aabb84-0188-43ed-b3f4-ae7447f87b8c" providerId="ADAL" clId="{21AD2A67-373B-447A-B8F6-F8C761DD443D}" dt="2025-04-10T07:28:37.926" v="4165"/>
          <ac:spMkLst>
            <pc:docMk/>
            <pc:sldMk cId="2416695131" sldId="284"/>
            <ac:spMk id="5" creationId="{3096929D-81E2-6CEB-A8C0-7B4841022FEF}"/>
          </ac:spMkLst>
        </pc:spChg>
      </pc:sldChg>
      <pc:sldChg chg="addSp delSp modSp add mod">
        <pc:chgData name="Shreya Upadhyaya" userId="47aabb84-0188-43ed-b3f4-ae7447f87b8c" providerId="ADAL" clId="{21AD2A67-373B-447A-B8F6-F8C761DD443D}" dt="2025-04-10T07:56:16.911" v="4832" actId="20577"/>
        <pc:sldMkLst>
          <pc:docMk/>
          <pc:sldMk cId="302765777" sldId="285"/>
        </pc:sldMkLst>
        <pc:spChg chg="add mod">
          <ac:chgData name="Shreya Upadhyaya" userId="47aabb84-0188-43ed-b3f4-ae7447f87b8c" providerId="ADAL" clId="{21AD2A67-373B-447A-B8F6-F8C761DD443D}" dt="2025-04-10T07:55:17.638" v="4792" actId="120"/>
          <ac:spMkLst>
            <pc:docMk/>
            <pc:sldMk cId="302765777" sldId="285"/>
            <ac:spMk id="9" creationId="{54A26FC0-7E63-420E-8041-B7468508A5D5}"/>
          </ac:spMkLst>
        </pc:spChg>
        <pc:spChg chg="add mod">
          <ac:chgData name="Shreya Upadhyaya" userId="47aabb84-0188-43ed-b3f4-ae7447f87b8c" providerId="ADAL" clId="{21AD2A67-373B-447A-B8F6-F8C761DD443D}" dt="2025-04-10T07:56:16.911" v="4832" actId="20577"/>
          <ac:spMkLst>
            <pc:docMk/>
            <pc:sldMk cId="302765777" sldId="285"/>
            <ac:spMk id="10" creationId="{E6CFCCFE-CC0C-F79E-A673-22AA4489CBFA}"/>
          </ac:spMkLst>
        </pc:spChg>
        <pc:picChg chg="del">
          <ac:chgData name="Shreya Upadhyaya" userId="47aabb84-0188-43ed-b3f4-ae7447f87b8c" providerId="ADAL" clId="{21AD2A67-373B-447A-B8F6-F8C761DD443D}" dt="2025-04-10T07:29:18.515" v="4170" actId="478"/>
          <ac:picMkLst>
            <pc:docMk/>
            <pc:sldMk cId="302765777" sldId="285"/>
            <ac:picMk id="3" creationId="{668B0AE1-7320-54DB-6229-9A5BD3606C65}"/>
          </ac:picMkLst>
        </pc:picChg>
        <pc:picChg chg="add mod">
          <ac:chgData name="Shreya Upadhyaya" userId="47aabb84-0188-43ed-b3f4-ae7447f87b8c" providerId="ADAL" clId="{21AD2A67-373B-447A-B8F6-F8C761DD443D}" dt="2025-04-10T07:31:20.253" v="4242" actId="1036"/>
          <ac:picMkLst>
            <pc:docMk/>
            <pc:sldMk cId="302765777" sldId="285"/>
            <ac:picMk id="6" creationId="{5EED8D8B-77B5-55BE-6207-ECF3AF945A1C}"/>
          </ac:picMkLst>
        </pc:picChg>
        <pc:picChg chg="add mod">
          <ac:chgData name="Shreya Upadhyaya" userId="47aabb84-0188-43ed-b3f4-ae7447f87b8c" providerId="ADAL" clId="{21AD2A67-373B-447A-B8F6-F8C761DD443D}" dt="2025-04-10T07:52:11.463" v="4677" actId="1037"/>
          <ac:picMkLst>
            <pc:docMk/>
            <pc:sldMk cId="302765777" sldId="285"/>
            <ac:picMk id="8" creationId="{0FB050DC-6D40-306D-F907-4266D7DB6C45}"/>
          </ac:picMkLst>
        </pc:picChg>
      </pc:sldChg>
      <pc:sldChg chg="addSp delSp modSp add mod">
        <pc:chgData name="Shreya Upadhyaya" userId="47aabb84-0188-43ed-b3f4-ae7447f87b8c" providerId="ADAL" clId="{21AD2A67-373B-447A-B8F6-F8C761DD443D}" dt="2025-04-10T07:57:43.308" v="4894" actId="20577"/>
        <pc:sldMkLst>
          <pc:docMk/>
          <pc:sldMk cId="1871136835" sldId="286"/>
        </pc:sldMkLst>
        <pc:spChg chg="del">
          <ac:chgData name="Shreya Upadhyaya" userId="47aabb84-0188-43ed-b3f4-ae7447f87b8c" providerId="ADAL" clId="{21AD2A67-373B-447A-B8F6-F8C761DD443D}" dt="2025-04-10T07:34:31.863" v="4305" actId="478"/>
          <ac:spMkLst>
            <pc:docMk/>
            <pc:sldMk cId="1871136835" sldId="286"/>
            <ac:spMk id="2" creationId="{41F45C11-C48B-0066-3DCF-61F1B5EAEF21}"/>
          </ac:spMkLst>
        </pc:spChg>
        <pc:spChg chg="del">
          <ac:chgData name="Shreya Upadhyaya" userId="47aabb84-0188-43ed-b3f4-ae7447f87b8c" providerId="ADAL" clId="{21AD2A67-373B-447A-B8F6-F8C761DD443D}" dt="2025-04-10T07:35:11.709" v="4307" actId="478"/>
          <ac:spMkLst>
            <pc:docMk/>
            <pc:sldMk cId="1871136835" sldId="286"/>
            <ac:spMk id="9" creationId="{FDC43459-5E59-B549-858C-46F392981AB5}"/>
          </ac:spMkLst>
        </pc:spChg>
        <pc:spChg chg="add del mod">
          <ac:chgData name="Shreya Upadhyaya" userId="47aabb84-0188-43ed-b3f4-ae7447f87b8c" providerId="ADAL" clId="{21AD2A67-373B-447A-B8F6-F8C761DD443D}" dt="2025-04-10T07:34:43.330" v="4306" actId="478"/>
          <ac:spMkLst>
            <pc:docMk/>
            <pc:sldMk cId="1871136835" sldId="286"/>
            <ac:spMk id="10" creationId="{42D2088B-D20A-D0FF-F608-BD5161380B32}"/>
          </ac:spMkLst>
        </pc:spChg>
        <pc:spChg chg="add mod">
          <ac:chgData name="Shreya Upadhyaya" userId="47aabb84-0188-43ed-b3f4-ae7447f87b8c" providerId="ADAL" clId="{21AD2A67-373B-447A-B8F6-F8C761DD443D}" dt="2025-04-10T07:57:03.376" v="4833" actId="120"/>
          <ac:spMkLst>
            <pc:docMk/>
            <pc:sldMk cId="1871136835" sldId="286"/>
            <ac:spMk id="11" creationId="{76BA1956-F9C3-F045-C88E-EF047CB9E82E}"/>
          </ac:spMkLst>
        </pc:spChg>
        <pc:spChg chg="add mod">
          <ac:chgData name="Shreya Upadhyaya" userId="47aabb84-0188-43ed-b3f4-ae7447f87b8c" providerId="ADAL" clId="{21AD2A67-373B-447A-B8F6-F8C761DD443D}" dt="2025-04-10T07:57:43.308" v="4894" actId="20577"/>
          <ac:spMkLst>
            <pc:docMk/>
            <pc:sldMk cId="1871136835" sldId="286"/>
            <ac:spMk id="14" creationId="{1CE2A9FB-D500-541D-1282-EA9AECFEBA7C}"/>
          </ac:spMkLst>
        </pc:spChg>
        <pc:picChg chg="add mod">
          <ac:chgData name="Shreya Upadhyaya" userId="47aabb84-0188-43ed-b3f4-ae7447f87b8c" providerId="ADAL" clId="{21AD2A67-373B-447A-B8F6-F8C761DD443D}" dt="2025-04-10T07:37:22.443" v="4329" actId="1035"/>
          <ac:picMkLst>
            <pc:docMk/>
            <pc:sldMk cId="1871136835" sldId="286"/>
            <ac:picMk id="4" creationId="{5A78C658-C8B9-BB60-B1D7-60C6DC34BF86}"/>
          </ac:picMkLst>
        </pc:picChg>
        <pc:picChg chg="del">
          <ac:chgData name="Shreya Upadhyaya" userId="47aabb84-0188-43ed-b3f4-ae7447f87b8c" providerId="ADAL" clId="{21AD2A67-373B-447A-B8F6-F8C761DD443D}" dt="2025-04-10T07:34:13.097" v="4264" actId="478"/>
          <ac:picMkLst>
            <pc:docMk/>
            <pc:sldMk cId="1871136835" sldId="286"/>
            <ac:picMk id="6" creationId="{D96BD29D-727F-CBB1-B013-319C28FEFD9A}"/>
          </ac:picMkLst>
        </pc:picChg>
        <pc:picChg chg="del mod">
          <ac:chgData name="Shreya Upadhyaya" userId="47aabb84-0188-43ed-b3f4-ae7447f87b8c" providerId="ADAL" clId="{21AD2A67-373B-447A-B8F6-F8C761DD443D}" dt="2025-04-10T07:36:31.904" v="4312" actId="478"/>
          <ac:picMkLst>
            <pc:docMk/>
            <pc:sldMk cId="1871136835" sldId="286"/>
            <ac:picMk id="8" creationId="{A3D34CF1-3742-B9F0-D79D-CBAD98015727}"/>
          </ac:picMkLst>
        </pc:picChg>
        <pc:picChg chg="add mod">
          <ac:chgData name="Shreya Upadhyaya" userId="47aabb84-0188-43ed-b3f4-ae7447f87b8c" providerId="ADAL" clId="{21AD2A67-373B-447A-B8F6-F8C761DD443D}" dt="2025-04-10T07:37:25.407" v="4333" actId="1035"/>
          <ac:picMkLst>
            <pc:docMk/>
            <pc:sldMk cId="1871136835" sldId="286"/>
            <ac:picMk id="13" creationId="{1443EF10-DDAD-2367-4B13-825A6DA4C5E9}"/>
          </ac:picMkLst>
        </pc:picChg>
      </pc:sldChg>
      <pc:sldChg chg="addSp delSp modSp add mod setBg delDesignElem">
        <pc:chgData name="Shreya Upadhyaya" userId="47aabb84-0188-43ed-b3f4-ae7447f87b8c" providerId="ADAL" clId="{21AD2A67-373B-447A-B8F6-F8C761DD443D}" dt="2025-04-10T08:00:12.976" v="4983" actId="20577"/>
        <pc:sldMkLst>
          <pc:docMk/>
          <pc:sldMk cId="887991630" sldId="287"/>
        </pc:sldMkLst>
        <pc:spChg chg="del">
          <ac:chgData name="Shreya Upadhyaya" userId="47aabb84-0188-43ed-b3f4-ae7447f87b8c" providerId="ADAL" clId="{21AD2A67-373B-447A-B8F6-F8C761DD443D}" dt="2025-04-10T07:37:32.163" v="4335"/>
          <ac:spMkLst>
            <pc:docMk/>
            <pc:sldMk cId="887991630" sldId="287"/>
            <ac:spMk id="5" creationId="{5055F2E5-9245-8907-0E36-C97B25430C88}"/>
          </ac:spMkLst>
        </pc:spChg>
        <pc:spChg chg="add mod">
          <ac:chgData name="Shreya Upadhyaya" userId="47aabb84-0188-43ed-b3f4-ae7447f87b8c" providerId="ADAL" clId="{21AD2A67-373B-447A-B8F6-F8C761DD443D}" dt="2025-04-10T08:00:12.976" v="4983" actId="20577"/>
          <ac:spMkLst>
            <pc:docMk/>
            <pc:sldMk cId="887991630" sldId="287"/>
            <ac:spMk id="8" creationId="{FA4358DF-9F39-AD25-E667-AEC900030D29}"/>
          </ac:spMkLst>
        </pc:spChg>
        <pc:spChg chg="mod">
          <ac:chgData name="Shreya Upadhyaya" userId="47aabb84-0188-43ed-b3f4-ae7447f87b8c" providerId="ADAL" clId="{21AD2A67-373B-447A-B8F6-F8C761DD443D}" dt="2025-04-10T07:58:46.569" v="4975" actId="120"/>
          <ac:spMkLst>
            <pc:docMk/>
            <pc:sldMk cId="887991630" sldId="287"/>
            <ac:spMk id="11" creationId="{3DC64173-EE20-8967-D8DD-E955561FD27F}"/>
          </ac:spMkLst>
        </pc:spChg>
        <pc:picChg chg="add mod">
          <ac:chgData name="Shreya Upadhyaya" userId="47aabb84-0188-43ed-b3f4-ae7447f87b8c" providerId="ADAL" clId="{21AD2A67-373B-447A-B8F6-F8C761DD443D}" dt="2025-04-10T07:40:06.701" v="4389" actId="1036"/>
          <ac:picMkLst>
            <pc:docMk/>
            <pc:sldMk cId="887991630" sldId="287"/>
            <ac:picMk id="3" creationId="{E888C0C3-404D-F5A9-BC70-C2A73FE7860A}"/>
          </ac:picMkLst>
        </pc:picChg>
        <pc:picChg chg="del">
          <ac:chgData name="Shreya Upadhyaya" userId="47aabb84-0188-43ed-b3f4-ae7447f87b8c" providerId="ADAL" clId="{21AD2A67-373B-447A-B8F6-F8C761DD443D}" dt="2025-04-10T07:39:43.124" v="4339" actId="478"/>
          <ac:picMkLst>
            <pc:docMk/>
            <pc:sldMk cId="887991630" sldId="287"/>
            <ac:picMk id="4" creationId="{CF5B31DC-36C5-37E5-FC44-24832BF21ADB}"/>
          </ac:picMkLst>
        </pc:picChg>
        <pc:picChg chg="add mod modCrop">
          <ac:chgData name="Shreya Upadhyaya" userId="47aabb84-0188-43ed-b3f4-ae7447f87b8c" providerId="ADAL" clId="{21AD2A67-373B-447A-B8F6-F8C761DD443D}" dt="2025-04-10T07:40:17.661" v="4401" actId="1036"/>
          <ac:picMkLst>
            <pc:docMk/>
            <pc:sldMk cId="887991630" sldId="287"/>
            <ac:picMk id="7" creationId="{A1B33C62-44B1-697A-D908-0D5241539072}"/>
          </ac:picMkLst>
        </pc:picChg>
        <pc:picChg chg="del">
          <ac:chgData name="Shreya Upadhyaya" userId="47aabb84-0188-43ed-b3f4-ae7447f87b8c" providerId="ADAL" clId="{21AD2A67-373B-447A-B8F6-F8C761DD443D}" dt="2025-04-10T07:37:35.969" v="4336" actId="478"/>
          <ac:picMkLst>
            <pc:docMk/>
            <pc:sldMk cId="887991630" sldId="287"/>
            <ac:picMk id="13" creationId="{8CE7F5B1-9CA8-65E5-D501-2935E9151322}"/>
          </ac:picMkLst>
        </pc:picChg>
      </pc:sldChg>
      <pc:sldChg chg="addSp modSp add mod setBg">
        <pc:chgData name="Shreya Upadhyaya" userId="47aabb84-0188-43ed-b3f4-ae7447f87b8c" providerId="ADAL" clId="{21AD2A67-373B-447A-B8F6-F8C761DD443D}" dt="2025-04-10T08:11:52.937" v="5068" actId="20577"/>
        <pc:sldMkLst>
          <pc:docMk/>
          <pc:sldMk cId="1637607387" sldId="288"/>
        </pc:sldMkLst>
        <pc:spChg chg="mod">
          <ac:chgData name="Shreya Upadhyaya" userId="47aabb84-0188-43ed-b3f4-ae7447f87b8c" providerId="ADAL" clId="{21AD2A67-373B-447A-B8F6-F8C761DD443D}" dt="2025-04-10T08:09:59.008" v="5053" actId="1076"/>
          <ac:spMkLst>
            <pc:docMk/>
            <pc:sldMk cId="1637607387" sldId="288"/>
            <ac:spMk id="2" creationId="{ADDC44FD-283E-6D47-1D6B-C5AFA8C8EF70}"/>
          </ac:spMkLst>
        </pc:spChg>
        <pc:spChg chg="mod">
          <ac:chgData name="Shreya Upadhyaya" userId="47aabb84-0188-43ed-b3f4-ae7447f87b8c" providerId="ADAL" clId="{21AD2A67-373B-447A-B8F6-F8C761DD443D}" dt="2025-04-10T08:11:13.403" v="5061" actId="14100"/>
          <ac:spMkLst>
            <pc:docMk/>
            <pc:sldMk cId="1637607387" sldId="288"/>
            <ac:spMk id="3" creationId="{013A13BB-0A94-910C-4031-80F2DC50583A}"/>
          </ac:spMkLst>
        </pc:spChg>
        <pc:spChg chg="add mod">
          <ac:chgData name="Shreya Upadhyaya" userId="47aabb84-0188-43ed-b3f4-ae7447f87b8c" providerId="ADAL" clId="{21AD2A67-373B-447A-B8F6-F8C761DD443D}" dt="2025-04-10T08:11:52.937" v="5068" actId="20577"/>
          <ac:spMkLst>
            <pc:docMk/>
            <pc:sldMk cId="1637607387" sldId="288"/>
            <ac:spMk id="4" creationId="{F5167764-9A81-C03A-FF16-0E43C68C4A5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197187"/>
            <a:ext cx="6217920" cy="2546773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842174"/>
            <a:ext cx="5486400" cy="1766146"/>
          </a:xfrm>
        </p:spPr>
        <p:txBody>
          <a:bodyPr/>
          <a:lstStyle>
            <a:lvl1pPr marL="0" indent="0" algn="ctr">
              <a:buNone/>
              <a:defRPr sz="1920"/>
            </a:lvl1pPr>
            <a:lvl2pPr marL="365760" indent="0" algn="ctr">
              <a:buNone/>
              <a:defRPr sz="1600"/>
            </a:lvl2pPr>
            <a:lvl3pPr marL="731520" indent="0" algn="ctr">
              <a:buNone/>
              <a:defRPr sz="1440"/>
            </a:lvl3pPr>
            <a:lvl4pPr marL="1097280" indent="0" algn="ctr">
              <a:buNone/>
              <a:defRPr sz="1280"/>
            </a:lvl4pPr>
            <a:lvl5pPr marL="1463040" indent="0" algn="ctr">
              <a:buNone/>
              <a:defRPr sz="1280"/>
            </a:lvl5pPr>
            <a:lvl6pPr marL="1828800" indent="0" algn="ctr">
              <a:buNone/>
              <a:defRPr sz="1280"/>
            </a:lvl6pPr>
            <a:lvl7pPr marL="2194560" indent="0" algn="ctr">
              <a:buNone/>
              <a:defRPr sz="1280"/>
            </a:lvl7pPr>
            <a:lvl8pPr marL="2560320" indent="0" algn="ctr">
              <a:buNone/>
              <a:defRPr sz="1280"/>
            </a:lvl8pPr>
            <a:lvl9pPr marL="2926080" indent="0" algn="ctr">
              <a:buNone/>
              <a:defRPr sz="12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6F34B-E183-49BE-B760-47DC894CB349}" type="datetimeFigureOut">
              <a:rPr lang="en-NZ" smtClean="0"/>
              <a:t>10/04/2025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0C3CE-CB5A-461E-9A2E-7B2742ABF8B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71500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6F34B-E183-49BE-B760-47DC894CB349}" type="datetimeFigureOut">
              <a:rPr lang="en-NZ" smtClean="0"/>
              <a:t>10/04/2025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0C3CE-CB5A-461E-9A2E-7B2742ABF8B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454758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110" y="1823722"/>
            <a:ext cx="6309360" cy="3042919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9110" y="4895429"/>
            <a:ext cx="6309360" cy="1600199"/>
          </a:xfrm>
        </p:spPr>
        <p:txBody>
          <a:bodyPr/>
          <a:lstStyle>
            <a:lvl1pPr marL="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1pPr>
            <a:lvl2pPr marL="36576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2pPr>
            <a:lvl3pPr marL="73152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3pPr>
            <a:lvl4pPr marL="109728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4pPr>
            <a:lvl5pPr marL="146304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5pPr>
            <a:lvl6pPr marL="182880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6pPr>
            <a:lvl7pPr marL="219456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7pPr>
            <a:lvl8pPr marL="256032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8pPr>
            <a:lvl9pPr marL="292608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6F34B-E183-49BE-B760-47DC894CB349}" type="datetimeFigureOut">
              <a:rPr lang="en-NZ" smtClean="0"/>
              <a:t>10/04/2025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0C3CE-CB5A-461E-9A2E-7B2742ABF8B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160680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2920" y="1947333"/>
            <a:ext cx="3108960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03320" y="1947333"/>
            <a:ext cx="3108960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6F34B-E183-49BE-B760-47DC894CB349}" type="datetimeFigureOut">
              <a:rPr lang="en-NZ" smtClean="0"/>
              <a:t>10/04/2025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0C3CE-CB5A-461E-9A2E-7B2742ABF8B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095818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389468"/>
            <a:ext cx="6309360" cy="14139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874" y="1793241"/>
            <a:ext cx="3094672" cy="878839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874" y="2672080"/>
            <a:ext cx="3094672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03320" y="1793241"/>
            <a:ext cx="3109913" cy="878839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03320" y="2672080"/>
            <a:ext cx="3109913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6F34B-E183-49BE-B760-47DC894CB349}" type="datetimeFigureOut">
              <a:rPr lang="en-NZ" smtClean="0"/>
              <a:t>10/04/2025</a:t>
            </a:fld>
            <a:endParaRPr lang="en-N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0C3CE-CB5A-461E-9A2E-7B2742ABF8B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190679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6F34B-E183-49BE-B760-47DC894CB349}" type="datetimeFigureOut">
              <a:rPr lang="en-NZ" smtClean="0"/>
              <a:t>10/04/2025</a:t>
            </a:fld>
            <a:endParaRPr lang="en-N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0C3CE-CB5A-461E-9A2E-7B2742ABF8B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151040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6F34B-E183-49BE-B760-47DC894CB349}" type="datetimeFigureOut">
              <a:rPr lang="en-NZ" smtClean="0"/>
              <a:t>10/04/2025</a:t>
            </a:fld>
            <a:endParaRPr lang="en-N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0C3CE-CB5A-461E-9A2E-7B2742ABF8B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23988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487680"/>
            <a:ext cx="2359342" cy="170688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9913" y="1053255"/>
            <a:ext cx="3703320" cy="5198533"/>
          </a:xfrm>
        </p:spPr>
        <p:txBody>
          <a:bodyPr/>
          <a:lstStyle>
            <a:lvl1pPr>
              <a:defRPr sz="2560"/>
            </a:lvl1pPr>
            <a:lvl2pPr>
              <a:defRPr sz="2240"/>
            </a:lvl2pPr>
            <a:lvl3pPr>
              <a:defRPr sz="192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2194560"/>
            <a:ext cx="2359342" cy="4065694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6F34B-E183-49BE-B760-47DC894CB349}" type="datetimeFigureOut">
              <a:rPr lang="en-NZ" smtClean="0"/>
              <a:t>10/04/2025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0C3CE-CB5A-461E-9A2E-7B2742ABF8B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29822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487680"/>
            <a:ext cx="2359342" cy="170688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09913" y="1053255"/>
            <a:ext cx="3703320" cy="5198533"/>
          </a:xfrm>
        </p:spPr>
        <p:txBody>
          <a:bodyPr anchor="t"/>
          <a:lstStyle>
            <a:lvl1pPr marL="0" indent="0">
              <a:buNone/>
              <a:defRPr sz="2560"/>
            </a:lvl1pPr>
            <a:lvl2pPr marL="365760" indent="0">
              <a:buNone/>
              <a:defRPr sz="2240"/>
            </a:lvl2pPr>
            <a:lvl3pPr marL="731520" indent="0">
              <a:buNone/>
              <a:defRPr sz="1920"/>
            </a:lvl3pPr>
            <a:lvl4pPr marL="1097280" indent="0">
              <a:buNone/>
              <a:defRPr sz="1600"/>
            </a:lvl4pPr>
            <a:lvl5pPr marL="1463040" indent="0">
              <a:buNone/>
              <a:defRPr sz="1600"/>
            </a:lvl5pPr>
            <a:lvl6pPr marL="1828800" indent="0">
              <a:buNone/>
              <a:defRPr sz="1600"/>
            </a:lvl6pPr>
            <a:lvl7pPr marL="2194560" indent="0">
              <a:buNone/>
              <a:defRPr sz="1600"/>
            </a:lvl7pPr>
            <a:lvl8pPr marL="2560320" indent="0">
              <a:buNone/>
              <a:defRPr sz="1600"/>
            </a:lvl8pPr>
            <a:lvl9pPr marL="292608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2194560"/>
            <a:ext cx="2359342" cy="4065694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6F34B-E183-49BE-B760-47DC894CB349}" type="datetimeFigureOut">
              <a:rPr lang="en-NZ" smtClean="0"/>
              <a:t>10/04/2025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0C3CE-CB5A-461E-9A2E-7B2742ABF8B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73040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6F34B-E183-49BE-B760-47DC894CB349}" type="datetimeFigureOut">
              <a:rPr lang="en-NZ" smtClean="0"/>
              <a:t>10/04/2025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0C3CE-CB5A-461E-9A2E-7B2742ABF8B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585932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34940" y="389467"/>
            <a:ext cx="1577340" cy="619929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389467"/>
            <a:ext cx="4640580" cy="619929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6F34B-E183-49BE-B760-47DC894CB349}" type="datetimeFigureOut">
              <a:rPr lang="en-NZ" smtClean="0"/>
              <a:t>10/04/2025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0C3CE-CB5A-461E-9A2E-7B2742ABF8B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120665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920" y="389468"/>
            <a:ext cx="6309360" cy="1413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0" y="1947333"/>
            <a:ext cx="6309360" cy="4641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2920" y="6780108"/>
            <a:ext cx="164592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56F34B-E183-49BE-B760-47DC894CB349}" type="datetimeFigureOut">
              <a:rPr lang="en-NZ" smtClean="0"/>
              <a:t>10/04/2025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23160" y="6780108"/>
            <a:ext cx="246888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66360" y="6780108"/>
            <a:ext cx="164592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20C3CE-CB5A-461E-9A2E-7B2742ABF8B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693499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31520" rtl="0" eaLnBrk="1" latinLnBrk="0" hangingPunct="1">
        <a:lnSpc>
          <a:spcPct val="90000"/>
        </a:lnSpc>
        <a:spcBef>
          <a:spcPct val="0"/>
        </a:spcBef>
        <a:buNone/>
        <a:defRPr sz="35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73152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24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3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60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A22CFC-714F-5E36-C288-DFADF5BB8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C44FD-283E-6D47-1D6B-C5AFA8C8EF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246" y="6388099"/>
            <a:ext cx="6746707" cy="558801"/>
          </a:xfrm>
        </p:spPr>
        <p:txBody>
          <a:bodyPr>
            <a:noAutofit/>
          </a:bodyPr>
          <a:lstStyle/>
          <a:p>
            <a:pPr algn="l"/>
            <a:r>
              <a:rPr lang="en-US" sz="2400" dirty="0">
                <a:solidFill>
                  <a:srgbClr val="92D050"/>
                </a:solidFill>
              </a:rPr>
              <a:t>Report </a:t>
            </a:r>
            <a:r>
              <a:rPr lang="en-US" sz="2400" dirty="0">
                <a:solidFill>
                  <a:schemeClr val="bg1"/>
                </a:solidFill>
              </a:rPr>
              <a:t>– EV Charging Stations in NZ</a:t>
            </a:r>
            <a:endParaRPr lang="en-NZ" sz="2400" dirty="0">
              <a:solidFill>
                <a:schemeClr val="bg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13A13BB-0A94-910C-4031-80F2DC50583A}"/>
              </a:ext>
            </a:extLst>
          </p:cNvPr>
          <p:cNvSpPr txBox="1">
            <a:spLocks/>
          </p:cNvSpPr>
          <p:nvPr/>
        </p:nvSpPr>
        <p:spPr>
          <a:xfrm>
            <a:off x="189437" y="3822700"/>
            <a:ext cx="7011463" cy="939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315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bg1"/>
                </a:solidFill>
              </a:rPr>
              <a:t>Turn raw data into gold !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28F9FB6-5EF8-83D7-FD29-E9B51DB90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21989" cy="38227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5167764-9A81-C03A-FF16-0E43C68C4A50}"/>
              </a:ext>
            </a:extLst>
          </p:cNvPr>
          <p:cNvSpPr txBox="1">
            <a:spLocks/>
          </p:cNvSpPr>
          <p:nvPr/>
        </p:nvSpPr>
        <p:spPr>
          <a:xfrm>
            <a:off x="189437" y="4667248"/>
            <a:ext cx="7011463" cy="156210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315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rgbClr val="76C15F"/>
                </a:solidFill>
              </a:rPr>
              <a:t>#AI </a:t>
            </a:r>
            <a:r>
              <a:rPr lang="en-US" dirty="0">
                <a:solidFill>
                  <a:schemeClr val="bg1"/>
                </a:solidFill>
              </a:rPr>
              <a:t>powered Report 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  <a:p>
            <a:pPr algn="l"/>
            <a:r>
              <a:rPr lang="en-US" dirty="0">
                <a:solidFill>
                  <a:srgbClr val="92D050"/>
                </a:solidFill>
              </a:rPr>
              <a:t>#Vibe </a:t>
            </a:r>
            <a:r>
              <a:rPr lang="en-US" dirty="0">
                <a:solidFill>
                  <a:schemeClr val="bg1"/>
                </a:solidFill>
              </a:rPr>
              <a:t>coding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37607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42DC2E-4B6F-B456-E4B5-907660012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AD23238-9AA9-5E1F-328E-DB0528FAC278}"/>
              </a:ext>
            </a:extLst>
          </p:cNvPr>
          <p:cNvSpPr txBox="1">
            <a:spLocks/>
          </p:cNvSpPr>
          <p:nvPr/>
        </p:nvSpPr>
        <p:spPr>
          <a:xfrm>
            <a:off x="497840" y="2411345"/>
            <a:ext cx="6217920" cy="1473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315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3200" dirty="0">
                <a:solidFill>
                  <a:schemeClr val="bg1"/>
                </a:solidFill>
              </a:rPr>
              <a:t>Harnessed the intelligence of </a:t>
            </a:r>
            <a:r>
              <a:rPr lang="en-US" sz="3200" dirty="0">
                <a:solidFill>
                  <a:srgbClr val="92D050"/>
                </a:solidFill>
              </a:rPr>
              <a:t>LLM</a:t>
            </a:r>
            <a:r>
              <a:rPr lang="en-US" sz="3200" dirty="0">
                <a:solidFill>
                  <a:schemeClr val="bg1"/>
                </a:solidFill>
              </a:rPr>
              <a:t> and processing power  of </a:t>
            </a:r>
            <a:r>
              <a:rPr lang="en-US" sz="3200" dirty="0">
                <a:solidFill>
                  <a:srgbClr val="92D050"/>
                </a:solidFill>
              </a:rPr>
              <a:t>Python</a:t>
            </a:r>
            <a:r>
              <a:rPr lang="en-US" sz="3200" dirty="0">
                <a:solidFill>
                  <a:schemeClr val="bg1"/>
                </a:solidFill>
              </a:rPr>
              <a:t> to generate the report. </a:t>
            </a:r>
            <a:endParaRPr lang="en-US" sz="3200" dirty="0">
              <a:solidFill>
                <a:srgbClr val="92D050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940B559-0595-EBBE-57A4-F405303600D0}"/>
              </a:ext>
            </a:extLst>
          </p:cNvPr>
          <p:cNvSpPr txBox="1">
            <a:spLocks/>
          </p:cNvSpPr>
          <p:nvPr/>
        </p:nvSpPr>
        <p:spPr>
          <a:xfrm>
            <a:off x="637540" y="4636051"/>
            <a:ext cx="3578859" cy="125564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315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3200" dirty="0">
                <a:solidFill>
                  <a:srgbClr val="92D050"/>
                </a:solidFill>
              </a:rPr>
              <a:t>3 Steps </a:t>
            </a:r>
            <a:r>
              <a:rPr lang="en-US" sz="3200" dirty="0">
                <a:solidFill>
                  <a:schemeClr val="bg1"/>
                </a:solidFill>
              </a:rPr>
              <a:t>process – That’s all it takes !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964FCC-07F2-002F-653F-B167CE6B52F5}"/>
              </a:ext>
            </a:extLst>
          </p:cNvPr>
          <p:cNvSpPr/>
          <p:nvPr/>
        </p:nvSpPr>
        <p:spPr>
          <a:xfrm>
            <a:off x="497840" y="277189"/>
            <a:ext cx="6474459" cy="168302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bg1"/>
                </a:solidFill>
              </a:rPr>
              <a:t>How is this report created ? </a:t>
            </a:r>
            <a:endParaRPr lang="en-NZ" sz="4800" dirty="0">
              <a:solidFill>
                <a:srgbClr val="76C1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0470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55EECD-194B-3320-7B62-B7E39F2C8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A6477-7CD5-1103-8F5D-8AC67ECFD9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5814" y="407629"/>
            <a:ext cx="6276785" cy="824557"/>
          </a:xfrm>
        </p:spPr>
        <p:txBody>
          <a:bodyPr>
            <a:no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Report creation by </a:t>
            </a:r>
            <a:r>
              <a:rPr lang="en-US" dirty="0">
                <a:solidFill>
                  <a:srgbClr val="76C15F"/>
                </a:solidFill>
              </a:rPr>
              <a:t>#AI</a:t>
            </a:r>
            <a:endParaRPr lang="en-NZ" dirty="0">
              <a:solidFill>
                <a:srgbClr val="76C15F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FB97F2C-3332-6829-386D-F39BB19131F2}"/>
              </a:ext>
            </a:extLst>
          </p:cNvPr>
          <p:cNvSpPr txBox="1">
            <a:spLocks/>
          </p:cNvSpPr>
          <p:nvPr/>
        </p:nvSpPr>
        <p:spPr>
          <a:xfrm>
            <a:off x="560289" y="1867292"/>
            <a:ext cx="5886834" cy="7374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315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92D050"/>
                </a:solidFill>
              </a:rPr>
              <a:t>STEP 1. </a:t>
            </a:r>
            <a:r>
              <a:rPr lang="en-US" sz="3200" dirty="0">
                <a:solidFill>
                  <a:schemeClr val="bg1"/>
                </a:solidFill>
              </a:rPr>
              <a:t>Fetched data from API 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8BA8B31-F4CA-9CC2-80F2-A55BADA2A915}"/>
              </a:ext>
            </a:extLst>
          </p:cNvPr>
          <p:cNvSpPr txBox="1">
            <a:spLocks/>
          </p:cNvSpPr>
          <p:nvPr/>
        </p:nvSpPr>
        <p:spPr>
          <a:xfrm>
            <a:off x="965943" y="3116328"/>
            <a:ext cx="5321299" cy="197115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315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3200" dirty="0">
                <a:solidFill>
                  <a:schemeClr val="bg1"/>
                </a:solidFill>
              </a:rPr>
              <a:t>Used </a:t>
            </a:r>
            <a:r>
              <a:rPr lang="en-US" sz="3200" dirty="0">
                <a:solidFill>
                  <a:srgbClr val="00B0F0"/>
                </a:solidFill>
              </a:rPr>
              <a:t>Open Charge Map API </a:t>
            </a:r>
            <a:r>
              <a:rPr lang="en-US" sz="3200" dirty="0">
                <a:solidFill>
                  <a:schemeClr val="bg1"/>
                </a:solidFill>
              </a:rPr>
              <a:t>for collecting datapoint of – </a:t>
            </a:r>
          </a:p>
          <a:p>
            <a:pPr algn="l">
              <a:lnSpc>
                <a:spcPct val="100000"/>
              </a:lnSpc>
            </a:pPr>
            <a:endParaRPr lang="en-US" sz="3200" dirty="0">
              <a:solidFill>
                <a:schemeClr val="bg1"/>
              </a:solidFill>
            </a:endParaRPr>
          </a:p>
          <a:p>
            <a:pPr algn="l">
              <a:lnSpc>
                <a:spcPct val="100000"/>
              </a:lnSpc>
            </a:pPr>
            <a:r>
              <a:rPr lang="en-US" sz="3200" dirty="0">
                <a:solidFill>
                  <a:srgbClr val="00B0F0"/>
                </a:solidFill>
              </a:rPr>
              <a:t>EV Charging Stations in NZ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E395D2-8510-EA66-65CA-70112D81E01A}"/>
              </a:ext>
            </a:extLst>
          </p:cNvPr>
          <p:cNvSpPr/>
          <p:nvPr/>
        </p:nvSpPr>
        <p:spPr>
          <a:xfrm>
            <a:off x="660400" y="2844800"/>
            <a:ext cx="6032499" cy="251420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52143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E48166-9406-91B8-278C-6B299F22D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D7661-17DF-0321-4962-AB7B1CA47C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8514" y="407629"/>
            <a:ext cx="6276785" cy="824557"/>
          </a:xfrm>
        </p:spPr>
        <p:txBody>
          <a:bodyPr>
            <a:no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Report creation by </a:t>
            </a:r>
            <a:r>
              <a:rPr lang="en-US" dirty="0">
                <a:solidFill>
                  <a:srgbClr val="76C15F"/>
                </a:solidFill>
              </a:rPr>
              <a:t>#AI</a:t>
            </a:r>
            <a:endParaRPr lang="en-NZ" dirty="0">
              <a:solidFill>
                <a:srgbClr val="76C15F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48CA3C0-B347-1523-D8C7-D1030B8F4BF9}"/>
              </a:ext>
            </a:extLst>
          </p:cNvPr>
          <p:cNvSpPr txBox="1">
            <a:spLocks/>
          </p:cNvSpPr>
          <p:nvPr/>
        </p:nvSpPr>
        <p:spPr>
          <a:xfrm>
            <a:off x="611089" y="1919607"/>
            <a:ext cx="5886834" cy="7374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315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buFont typeface="Wingdings" panose="05000000000000000000" pitchFamily="2" charset="2"/>
              <a:buChar char="ü"/>
            </a:pPr>
            <a:endParaRPr lang="en-US" sz="3200" dirty="0">
              <a:solidFill>
                <a:schemeClr val="bg1"/>
              </a:solidFill>
            </a:endParaRPr>
          </a:p>
          <a:p>
            <a:pPr algn="l"/>
            <a:r>
              <a:rPr lang="en-US" sz="3200" dirty="0">
                <a:solidFill>
                  <a:srgbClr val="92D050"/>
                </a:solidFill>
              </a:rPr>
              <a:t>STEP 2. </a:t>
            </a:r>
            <a:r>
              <a:rPr lang="en-US" sz="3200" dirty="0" err="1">
                <a:solidFill>
                  <a:schemeClr val="bg1"/>
                </a:solidFill>
              </a:rPr>
              <a:t>Analysed</a:t>
            </a:r>
            <a:r>
              <a:rPr lang="en-US" sz="3200" dirty="0">
                <a:solidFill>
                  <a:schemeClr val="bg1"/>
                </a:solidFill>
              </a:rPr>
              <a:t> with Python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934B20D-C9C9-615A-5B28-5EBA0F7B8423}"/>
              </a:ext>
            </a:extLst>
          </p:cNvPr>
          <p:cNvSpPr txBox="1">
            <a:spLocks/>
          </p:cNvSpPr>
          <p:nvPr/>
        </p:nvSpPr>
        <p:spPr>
          <a:xfrm>
            <a:off x="611089" y="5041508"/>
            <a:ext cx="5886834" cy="7374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315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92D050"/>
                </a:solidFill>
              </a:rPr>
              <a:t>STEP 3. </a:t>
            </a:r>
            <a:r>
              <a:rPr lang="en-US" sz="3200">
                <a:solidFill>
                  <a:schemeClr val="bg1"/>
                </a:solidFill>
              </a:rPr>
              <a:t>Published </a:t>
            </a:r>
            <a:r>
              <a:rPr lang="en-US" sz="3200" dirty="0">
                <a:solidFill>
                  <a:schemeClr val="bg1"/>
                </a:solidFill>
              </a:rPr>
              <a:t>HTML report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70F8CEF-1D7F-A415-E065-BAD6801154C4}"/>
              </a:ext>
            </a:extLst>
          </p:cNvPr>
          <p:cNvSpPr txBox="1">
            <a:spLocks/>
          </p:cNvSpPr>
          <p:nvPr/>
        </p:nvSpPr>
        <p:spPr>
          <a:xfrm>
            <a:off x="927101" y="2428479"/>
            <a:ext cx="5727700" cy="167006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315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3200" dirty="0">
                <a:solidFill>
                  <a:schemeClr val="bg1"/>
                </a:solidFill>
              </a:rPr>
              <a:t>Used only </a:t>
            </a:r>
            <a:r>
              <a:rPr lang="en-US" sz="3200" dirty="0">
                <a:solidFill>
                  <a:srgbClr val="00B0F0"/>
                </a:solidFill>
              </a:rPr>
              <a:t>#Prompts </a:t>
            </a:r>
            <a:r>
              <a:rPr lang="en-US" sz="3200" dirty="0">
                <a:solidFill>
                  <a:schemeClr val="bg1"/>
                </a:solidFill>
              </a:rPr>
              <a:t>to generate code. </a:t>
            </a:r>
            <a:r>
              <a:rPr lang="en-US" sz="3200" dirty="0">
                <a:solidFill>
                  <a:srgbClr val="00B0F0"/>
                </a:solidFill>
              </a:rPr>
              <a:t>#Vibe coding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6F6D12-887C-9BDC-04DA-1FBEDBD7008F}"/>
              </a:ext>
            </a:extLst>
          </p:cNvPr>
          <p:cNvSpPr/>
          <p:nvPr/>
        </p:nvSpPr>
        <p:spPr>
          <a:xfrm>
            <a:off x="660400" y="2768600"/>
            <a:ext cx="6032499" cy="146577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622416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A12A48-64E6-1DF5-7522-6AA204425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555370-4832-88FE-B934-688282E4E739}"/>
              </a:ext>
            </a:extLst>
          </p:cNvPr>
          <p:cNvCxnSpPr>
            <a:cxnSpLocks/>
          </p:cNvCxnSpPr>
          <p:nvPr/>
        </p:nvCxnSpPr>
        <p:spPr>
          <a:xfrm>
            <a:off x="2020405" y="2315728"/>
            <a:ext cx="0" cy="235354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C9C8547A-160F-895E-BE06-81E4F01D75CC}"/>
              </a:ext>
            </a:extLst>
          </p:cNvPr>
          <p:cNvSpPr txBox="1">
            <a:spLocks/>
          </p:cNvSpPr>
          <p:nvPr/>
        </p:nvSpPr>
        <p:spPr>
          <a:xfrm>
            <a:off x="2272676" y="2685062"/>
            <a:ext cx="4418640" cy="194507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315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chemeClr val="bg1"/>
                </a:solidFill>
              </a:rPr>
              <a:t>TOOLS</a:t>
            </a:r>
          </a:p>
          <a:p>
            <a:pPr algn="l"/>
            <a:endParaRPr lang="en-US" sz="3200" dirty="0">
              <a:solidFill>
                <a:srgbClr val="76C15F"/>
              </a:solidFill>
            </a:endParaRPr>
          </a:p>
          <a:p>
            <a:pPr algn="l"/>
            <a:r>
              <a:rPr lang="en-US" sz="3200" dirty="0">
                <a:solidFill>
                  <a:srgbClr val="76C15F"/>
                </a:solidFill>
              </a:rPr>
              <a:t>GitHub CoPilot</a:t>
            </a:r>
          </a:p>
          <a:p>
            <a:pPr algn="l"/>
            <a:r>
              <a:rPr lang="en-US" sz="3200" dirty="0">
                <a:solidFill>
                  <a:srgbClr val="76C15F"/>
                </a:solidFill>
              </a:rPr>
              <a:t>Python</a:t>
            </a:r>
          </a:p>
          <a:p>
            <a:pPr algn="l"/>
            <a:r>
              <a:rPr lang="en-US" sz="3200" dirty="0">
                <a:solidFill>
                  <a:srgbClr val="76C15F"/>
                </a:solidFill>
              </a:rPr>
              <a:t>Visual Studio Code</a:t>
            </a:r>
          </a:p>
        </p:txBody>
      </p:sp>
    </p:spTree>
    <p:extLst>
      <p:ext uri="{BB962C8B-B14F-4D97-AF65-F5344CB8AC3E}">
        <p14:creationId xmlns:p14="http://schemas.microsoft.com/office/powerpoint/2010/main" val="3323965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85F100-1C15-CDF0-D3A0-6E9EE1EFC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95202"/>
            <a:ext cx="7315200" cy="78565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1DDA4E-F940-B9EA-BE15-700356E05C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3919" y="686364"/>
            <a:ext cx="6726555" cy="7944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27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Report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9300D8-FCCE-E975-F093-C5E70763D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078" y="1853184"/>
            <a:ext cx="7315200" cy="4242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179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8C2586-9E1D-6724-F4A5-6605413D2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106AC5D-10C9-C2D4-02B2-7150563E5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95202"/>
            <a:ext cx="7315200" cy="78565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656192-8275-FEE0-7BAF-FF3F68112C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3919" y="686364"/>
            <a:ext cx="6726555" cy="7944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27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Report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ED8D8B-77B5-55BE-6207-ECF3AF945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1102"/>
            <a:ext cx="7315200" cy="31783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FB050DC-6D40-306D-F907-4266D7DB6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" y="4026790"/>
            <a:ext cx="7315200" cy="335191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54A26FC0-7E63-420E-8041-B7468508A5D5}"/>
              </a:ext>
            </a:extLst>
          </p:cNvPr>
          <p:cNvSpPr txBox="1">
            <a:spLocks/>
          </p:cNvSpPr>
          <p:nvPr/>
        </p:nvSpPr>
        <p:spPr>
          <a:xfrm>
            <a:off x="0" y="127564"/>
            <a:ext cx="7315199" cy="794492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7315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/>
            <a:r>
              <a:rPr lang="en-US" sz="2700" dirty="0">
                <a:solidFill>
                  <a:schemeClr val="bg1"/>
                </a:solidFill>
              </a:rPr>
              <a:t>Report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6CFCCFE-CC0C-F79E-A673-22AA4489CBFA}"/>
              </a:ext>
            </a:extLst>
          </p:cNvPr>
          <p:cNvSpPr txBox="1">
            <a:spLocks/>
          </p:cNvSpPr>
          <p:nvPr/>
        </p:nvSpPr>
        <p:spPr>
          <a:xfrm>
            <a:off x="4306386" y="260964"/>
            <a:ext cx="3008813" cy="54218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7315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1600" dirty="0">
                <a:solidFill>
                  <a:srgbClr val="00B0F0"/>
                </a:solidFill>
              </a:rPr>
              <a:t>Graph 1 – Top 10 EV stations in NZ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solidFill>
                  <a:srgbClr val="00B0F0"/>
                </a:solidFill>
              </a:rPr>
              <a:t>Graph 2 – Connection Type</a:t>
            </a:r>
          </a:p>
        </p:txBody>
      </p:sp>
    </p:spTree>
    <p:extLst>
      <p:ext uri="{BB962C8B-B14F-4D97-AF65-F5344CB8AC3E}">
        <p14:creationId xmlns:p14="http://schemas.microsoft.com/office/powerpoint/2010/main" val="302765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01047B-5D6B-59ED-D23C-565B8E039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062E108-2107-80F5-A5F3-8DAA002B6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95202"/>
            <a:ext cx="7315200" cy="78565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78C658-C8B9-BB60-B1D7-60C6DC34B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96" y="948329"/>
            <a:ext cx="7315200" cy="3138217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76BA1956-F9C3-F045-C88E-EF047CB9E82E}"/>
              </a:ext>
            </a:extLst>
          </p:cNvPr>
          <p:cNvSpPr txBox="1">
            <a:spLocks/>
          </p:cNvSpPr>
          <p:nvPr/>
        </p:nvSpPr>
        <p:spPr>
          <a:xfrm>
            <a:off x="0" y="127564"/>
            <a:ext cx="7315199" cy="794492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7315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/>
            <a:r>
              <a:rPr lang="en-US" sz="2700">
                <a:solidFill>
                  <a:schemeClr val="bg1"/>
                </a:solidFill>
              </a:rPr>
              <a:t>Report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443EF10-DDAD-2367-4B13-825A6DA4C5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0" y="4175446"/>
            <a:ext cx="4968251" cy="2978499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1CE2A9FB-D500-541D-1282-EA9AECFEBA7C}"/>
              </a:ext>
            </a:extLst>
          </p:cNvPr>
          <p:cNvSpPr txBox="1">
            <a:spLocks/>
          </p:cNvSpPr>
          <p:nvPr/>
        </p:nvSpPr>
        <p:spPr>
          <a:xfrm>
            <a:off x="3987800" y="260964"/>
            <a:ext cx="3327399" cy="54218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7315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1600" dirty="0">
                <a:solidFill>
                  <a:srgbClr val="00B0F0"/>
                </a:solidFill>
              </a:rPr>
              <a:t>Graph 3 – EV stations footprint in NZ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solidFill>
                  <a:srgbClr val="00B0F0"/>
                </a:solidFill>
              </a:rPr>
              <a:t>Graph 4 – Free vs Paid stations</a:t>
            </a:r>
          </a:p>
        </p:txBody>
      </p:sp>
    </p:spTree>
    <p:extLst>
      <p:ext uri="{BB962C8B-B14F-4D97-AF65-F5344CB8AC3E}">
        <p14:creationId xmlns:p14="http://schemas.microsoft.com/office/powerpoint/2010/main" val="1871136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3A8B6-0954-9361-183A-583648AF3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3DC64173-EE20-8967-D8DD-E955561FD27F}"/>
              </a:ext>
            </a:extLst>
          </p:cNvPr>
          <p:cNvSpPr txBox="1">
            <a:spLocks/>
          </p:cNvSpPr>
          <p:nvPr/>
        </p:nvSpPr>
        <p:spPr>
          <a:xfrm>
            <a:off x="0" y="127564"/>
            <a:ext cx="7315199" cy="794492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7315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/>
            <a:r>
              <a:rPr lang="en-US" sz="2700" dirty="0">
                <a:solidFill>
                  <a:schemeClr val="bg1"/>
                </a:solidFill>
              </a:rPr>
              <a:t>Report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88C0C3-404D-F5A9-BC70-C2A73FE78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96" y="4022144"/>
            <a:ext cx="7164296" cy="33184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B33C62-44B1-697A-D908-0D52415390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770"/>
          <a:stretch/>
        </p:blipFill>
        <p:spPr>
          <a:xfrm>
            <a:off x="0" y="823383"/>
            <a:ext cx="7315200" cy="317711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A4358DF-9F39-AD25-E667-AEC900030D29}"/>
              </a:ext>
            </a:extLst>
          </p:cNvPr>
          <p:cNvSpPr txBox="1">
            <a:spLocks/>
          </p:cNvSpPr>
          <p:nvPr/>
        </p:nvSpPr>
        <p:spPr>
          <a:xfrm>
            <a:off x="3987800" y="260964"/>
            <a:ext cx="3327399" cy="54218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7315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1600" dirty="0">
                <a:solidFill>
                  <a:srgbClr val="00B0F0"/>
                </a:solidFill>
              </a:rPr>
              <a:t>Graph 5 – Total EV stations in Regions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solidFill>
                  <a:srgbClr val="00B0F0"/>
                </a:solidFill>
              </a:rPr>
              <a:t>Graph 6 – Top 3 stations in Regions</a:t>
            </a:r>
          </a:p>
        </p:txBody>
      </p:sp>
    </p:spTree>
    <p:extLst>
      <p:ext uri="{BB962C8B-B14F-4D97-AF65-F5344CB8AC3E}">
        <p14:creationId xmlns:p14="http://schemas.microsoft.com/office/powerpoint/2010/main" val="887991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09F4D6-6324-E99D-92E2-7650DB3FA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622E0CA-AA2E-235A-188D-44BBDAD523D2}"/>
              </a:ext>
            </a:extLst>
          </p:cNvPr>
          <p:cNvSpPr txBox="1">
            <a:spLocks/>
          </p:cNvSpPr>
          <p:nvPr/>
        </p:nvSpPr>
        <p:spPr>
          <a:xfrm>
            <a:off x="635279" y="496014"/>
            <a:ext cx="6276785" cy="97253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315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rgbClr val="76C15F"/>
                </a:solidFill>
              </a:rPr>
              <a:t>Highlights of the Report </a:t>
            </a:r>
            <a:endParaRPr lang="en-NZ" dirty="0">
              <a:solidFill>
                <a:srgbClr val="76C15F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BE5C886-0752-91FF-6DE6-18ED4211CD17}"/>
              </a:ext>
            </a:extLst>
          </p:cNvPr>
          <p:cNvSpPr txBox="1">
            <a:spLocks/>
          </p:cNvSpPr>
          <p:nvPr/>
        </p:nvSpPr>
        <p:spPr>
          <a:xfrm>
            <a:off x="2332254" y="1843342"/>
            <a:ext cx="2743156" cy="136386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315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2800" dirty="0">
                <a:solidFill>
                  <a:schemeClr val="bg1"/>
                </a:solidFill>
              </a:rPr>
              <a:t>The number of EV charging stations in NZ</a:t>
            </a:r>
            <a:endParaRPr lang="en-US" sz="2800" dirty="0">
              <a:solidFill>
                <a:srgbClr val="76C15F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67AA285-2C94-F072-3BBC-88098DC63D5B}"/>
              </a:ext>
            </a:extLst>
          </p:cNvPr>
          <p:cNvSpPr txBox="1">
            <a:spLocks/>
          </p:cNvSpPr>
          <p:nvPr/>
        </p:nvSpPr>
        <p:spPr>
          <a:xfrm>
            <a:off x="635279" y="1921133"/>
            <a:ext cx="1423024" cy="97253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315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6000" dirty="0">
                <a:solidFill>
                  <a:srgbClr val="00B0F0"/>
                </a:solidFill>
              </a:rPr>
              <a:t>980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850D23F-3BA6-3C98-5B4D-6D31EB05298C}"/>
              </a:ext>
            </a:extLst>
          </p:cNvPr>
          <p:cNvSpPr txBox="1">
            <a:spLocks/>
          </p:cNvSpPr>
          <p:nvPr/>
        </p:nvSpPr>
        <p:spPr>
          <a:xfrm>
            <a:off x="778009" y="4176317"/>
            <a:ext cx="6137107" cy="11557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315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NZ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D9D1B5-06B1-8AED-CB1B-BD5BEC2176A6}"/>
              </a:ext>
            </a:extLst>
          </p:cNvPr>
          <p:cNvSpPr txBox="1"/>
          <p:nvPr/>
        </p:nvSpPr>
        <p:spPr>
          <a:xfrm>
            <a:off x="635279" y="3879156"/>
            <a:ext cx="613710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NZ" sz="2400" i="0" dirty="0">
                <a:solidFill>
                  <a:srgbClr val="00B0F0"/>
                </a:solidFill>
                <a:effectLst/>
                <a:latin typeface="+mj-lt"/>
              </a:rPr>
              <a:t>INSIGHTS – 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NZ" sz="2400" i="0" dirty="0">
                <a:solidFill>
                  <a:srgbClr val="76C15F"/>
                </a:solidFill>
                <a:effectLst/>
                <a:latin typeface="+mj-lt"/>
              </a:rPr>
              <a:t>Top 10 </a:t>
            </a:r>
            <a:r>
              <a:rPr lang="en-NZ" sz="2400" i="0" dirty="0">
                <a:solidFill>
                  <a:schemeClr val="bg1"/>
                </a:solidFill>
                <a:effectLst/>
                <a:latin typeface="+mj-lt"/>
              </a:rPr>
              <a:t>EV Charging Stations in NZ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NZ" sz="2400" i="0" dirty="0">
                <a:solidFill>
                  <a:srgbClr val="76C15F"/>
                </a:solidFill>
                <a:effectLst/>
                <a:latin typeface="+mj-lt"/>
              </a:rPr>
              <a:t>Connection Type </a:t>
            </a:r>
            <a:r>
              <a:rPr lang="en-NZ" sz="2400" i="0" dirty="0">
                <a:solidFill>
                  <a:schemeClr val="bg1"/>
                </a:solidFill>
                <a:effectLst/>
                <a:latin typeface="+mj-lt"/>
              </a:rPr>
              <a:t>Distribution 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NZ" sz="2400" i="0" dirty="0">
                <a:solidFill>
                  <a:srgbClr val="76C15F"/>
                </a:solidFill>
                <a:effectLst/>
                <a:latin typeface="+mj-lt"/>
              </a:rPr>
              <a:t>Geographic</a:t>
            </a:r>
            <a:r>
              <a:rPr lang="en-NZ" sz="2400" i="0" dirty="0">
                <a:solidFill>
                  <a:schemeClr val="bg1"/>
                </a:solidFill>
                <a:effectLst/>
                <a:latin typeface="+mj-lt"/>
              </a:rPr>
              <a:t> Distribution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NZ" sz="2400" i="0" dirty="0">
                <a:solidFill>
                  <a:srgbClr val="76C15F"/>
                </a:solidFill>
                <a:effectLst/>
                <a:latin typeface="+mj-lt"/>
              </a:rPr>
              <a:t>Free</a:t>
            </a:r>
            <a:r>
              <a:rPr lang="en-NZ" sz="2400" i="0" dirty="0">
                <a:solidFill>
                  <a:schemeClr val="bg1"/>
                </a:solidFill>
                <a:effectLst/>
                <a:latin typeface="+mj-lt"/>
              </a:rPr>
              <a:t> vs Paid Stations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NZ" sz="2400" dirty="0">
                <a:solidFill>
                  <a:srgbClr val="76C15F"/>
                </a:solidFill>
                <a:latin typeface="+mj-lt"/>
              </a:rPr>
              <a:t>Total</a:t>
            </a:r>
            <a:r>
              <a:rPr lang="en-NZ" sz="2400" dirty="0">
                <a:solidFill>
                  <a:schemeClr val="bg1"/>
                </a:solidFill>
                <a:latin typeface="+mj-lt"/>
              </a:rPr>
              <a:t> EV Charging Stations in Regions</a:t>
            </a:r>
            <a:endParaRPr lang="en-NZ" sz="2400" i="0" dirty="0">
              <a:solidFill>
                <a:schemeClr val="bg1"/>
              </a:solidFill>
              <a:effectLst/>
              <a:latin typeface="+mj-lt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NZ" sz="2400" i="0" dirty="0">
                <a:solidFill>
                  <a:srgbClr val="76C15F"/>
                </a:solidFill>
                <a:effectLst/>
                <a:latin typeface="+mj-lt"/>
              </a:rPr>
              <a:t>Top 3 </a:t>
            </a:r>
            <a:r>
              <a:rPr lang="en-NZ" sz="2400" i="0" dirty="0">
                <a:solidFill>
                  <a:schemeClr val="bg1"/>
                </a:solidFill>
                <a:effectLst/>
                <a:latin typeface="+mj-lt"/>
              </a:rPr>
              <a:t>EV Charging Stations in Regions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E3D1E7E-8996-750D-502D-098AF95AC9C0}"/>
              </a:ext>
            </a:extLst>
          </p:cNvPr>
          <p:cNvCxnSpPr/>
          <p:nvPr/>
        </p:nvCxnSpPr>
        <p:spPr>
          <a:xfrm>
            <a:off x="2181087" y="1868027"/>
            <a:ext cx="0" cy="116833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239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0F926F-E353-1718-7CC4-56049914C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778DF-EC07-8263-1BA7-13767628D1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620" y="-165099"/>
            <a:ext cx="6713553" cy="1519744"/>
          </a:xfrm>
        </p:spPr>
        <p:txBody>
          <a:bodyPr>
            <a:noAutofit/>
          </a:bodyPr>
          <a:lstStyle/>
          <a:p>
            <a:pPr algn="l"/>
            <a:r>
              <a:rPr lang="en-US" sz="5400" dirty="0">
                <a:solidFill>
                  <a:schemeClr val="bg1"/>
                </a:solidFill>
              </a:rPr>
              <a:t>Benefits of this report – </a:t>
            </a:r>
            <a:endParaRPr lang="en-NZ" sz="5400" dirty="0">
              <a:solidFill>
                <a:schemeClr val="bg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3462C26-687D-0D85-1717-E261F602FEAE}"/>
              </a:ext>
            </a:extLst>
          </p:cNvPr>
          <p:cNvSpPr txBox="1">
            <a:spLocks/>
          </p:cNvSpPr>
          <p:nvPr/>
        </p:nvSpPr>
        <p:spPr>
          <a:xfrm>
            <a:off x="353720" y="1447800"/>
            <a:ext cx="6555080" cy="5359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315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buFont typeface="Wingdings" panose="05000000000000000000" pitchFamily="2" charset="2"/>
              <a:buChar char="ü"/>
            </a:pPr>
            <a:r>
              <a:rPr lang="en-NZ" sz="3200" dirty="0">
                <a:solidFill>
                  <a:srgbClr val="92D050"/>
                </a:solidFill>
              </a:rPr>
              <a:t>Plan trips </a:t>
            </a:r>
            <a:r>
              <a:rPr lang="en-NZ" sz="3200" dirty="0">
                <a:solidFill>
                  <a:schemeClr val="bg1"/>
                </a:solidFill>
              </a:rPr>
              <a:t>by identifying regions with </a:t>
            </a:r>
            <a:r>
              <a:rPr lang="en-NZ" sz="3200" dirty="0">
                <a:solidFill>
                  <a:srgbClr val="92D050"/>
                </a:solidFill>
              </a:rPr>
              <a:t>high station density</a:t>
            </a:r>
            <a:r>
              <a:rPr lang="en-NZ" sz="3200" dirty="0">
                <a:solidFill>
                  <a:schemeClr val="bg1"/>
                </a:solidFill>
              </a:rPr>
              <a:t>.</a:t>
            </a:r>
          </a:p>
          <a:p>
            <a:pPr marL="457200" indent="-457200" algn="l">
              <a:buFont typeface="Wingdings" panose="05000000000000000000" pitchFamily="2" charset="2"/>
              <a:buChar char="ü"/>
            </a:pPr>
            <a:endParaRPr lang="en-NZ" sz="3200" dirty="0">
              <a:solidFill>
                <a:schemeClr val="bg1"/>
              </a:solidFill>
            </a:endParaRPr>
          </a:p>
          <a:p>
            <a:pPr marL="457200" indent="-457200" algn="l">
              <a:buFont typeface="Wingdings" panose="05000000000000000000" pitchFamily="2" charset="2"/>
              <a:buChar char="ü"/>
            </a:pPr>
            <a:r>
              <a:rPr lang="en-NZ" sz="3200" dirty="0">
                <a:solidFill>
                  <a:schemeClr val="bg1"/>
                </a:solidFill>
              </a:rPr>
              <a:t>Locate </a:t>
            </a:r>
            <a:r>
              <a:rPr lang="en-NZ" sz="3200" dirty="0">
                <a:solidFill>
                  <a:srgbClr val="92D050"/>
                </a:solidFill>
              </a:rPr>
              <a:t>free charging stations </a:t>
            </a:r>
            <a:r>
              <a:rPr lang="en-NZ" sz="3200" dirty="0">
                <a:solidFill>
                  <a:schemeClr val="bg1"/>
                </a:solidFill>
              </a:rPr>
              <a:t>to save on costs.</a:t>
            </a:r>
          </a:p>
          <a:p>
            <a:pPr marL="457200" indent="-457200" algn="l">
              <a:buFont typeface="Wingdings" panose="05000000000000000000" pitchFamily="2" charset="2"/>
              <a:buChar char="ü"/>
            </a:pPr>
            <a:endParaRPr lang="en-NZ" sz="3200" dirty="0">
              <a:solidFill>
                <a:schemeClr val="bg1"/>
              </a:solidFill>
            </a:endParaRPr>
          </a:p>
          <a:p>
            <a:pPr marL="457200" indent="-457200" algn="l">
              <a:buFont typeface="Wingdings" panose="05000000000000000000" pitchFamily="2" charset="2"/>
              <a:buChar char="ü"/>
            </a:pPr>
            <a:r>
              <a:rPr lang="en-NZ" sz="3200" dirty="0">
                <a:solidFill>
                  <a:schemeClr val="bg1"/>
                </a:solidFill>
              </a:rPr>
              <a:t>Understand the geographic spread of stations for </a:t>
            </a:r>
            <a:r>
              <a:rPr lang="en-NZ" sz="3200" dirty="0">
                <a:solidFill>
                  <a:srgbClr val="92D050"/>
                </a:solidFill>
              </a:rPr>
              <a:t>better route planning</a:t>
            </a:r>
            <a:r>
              <a:rPr lang="en-NZ" sz="3200" dirty="0">
                <a:solidFill>
                  <a:schemeClr val="bg1"/>
                </a:solidFill>
              </a:rPr>
              <a:t>.</a:t>
            </a:r>
          </a:p>
          <a:p>
            <a:pPr marL="457200" indent="-457200" algn="l">
              <a:buFont typeface="Wingdings" panose="05000000000000000000" pitchFamily="2" charset="2"/>
              <a:buChar char="ü"/>
            </a:pPr>
            <a:endParaRPr lang="en-NZ" sz="3200" dirty="0">
              <a:solidFill>
                <a:schemeClr val="bg1"/>
              </a:solidFill>
            </a:endParaRPr>
          </a:p>
          <a:p>
            <a:pPr marL="457200" indent="-457200" algn="l">
              <a:buFont typeface="Wingdings" panose="05000000000000000000" pitchFamily="2" charset="2"/>
              <a:buChar char="ü"/>
            </a:pPr>
            <a:r>
              <a:rPr lang="en-NZ" sz="3200" dirty="0">
                <a:solidFill>
                  <a:schemeClr val="bg1"/>
                </a:solidFill>
              </a:rPr>
              <a:t>Identify stations with the most charging points for </a:t>
            </a:r>
            <a:r>
              <a:rPr lang="en-NZ" sz="3200" dirty="0">
                <a:solidFill>
                  <a:srgbClr val="92D050"/>
                </a:solidFill>
              </a:rPr>
              <a:t>faster service</a:t>
            </a:r>
            <a:r>
              <a:rPr lang="en-NZ" sz="3200" dirty="0">
                <a:solidFill>
                  <a:schemeClr val="bg1"/>
                </a:solidFill>
              </a:rPr>
              <a:t>.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929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C42966-DBEF-2637-95BA-00CB0B6CA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ACE6C-2FEF-DD14-B0B8-99F2CB70BD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117" y="1574800"/>
            <a:ext cx="5400481" cy="5301583"/>
          </a:xfrm>
        </p:spPr>
        <p:txBody>
          <a:bodyPr>
            <a:noAutofit/>
          </a:bodyPr>
          <a:lstStyle/>
          <a:p>
            <a:pPr algn="l"/>
            <a:r>
              <a:rPr lang="en-NZ" dirty="0">
                <a:solidFill>
                  <a:schemeClr val="bg1"/>
                </a:solidFill>
              </a:rPr>
              <a:t>Transforming </a:t>
            </a:r>
            <a:br>
              <a:rPr lang="en-NZ" dirty="0">
                <a:solidFill>
                  <a:schemeClr val="bg1"/>
                </a:solidFill>
              </a:rPr>
            </a:br>
            <a:r>
              <a:rPr lang="en-NZ" dirty="0">
                <a:solidFill>
                  <a:srgbClr val="00B0F0"/>
                </a:solidFill>
              </a:rPr>
              <a:t>data</a:t>
            </a:r>
            <a:r>
              <a:rPr lang="en-NZ" dirty="0">
                <a:solidFill>
                  <a:schemeClr val="bg1"/>
                </a:solidFill>
              </a:rPr>
              <a:t> </a:t>
            </a:r>
            <a:br>
              <a:rPr lang="en-NZ" dirty="0">
                <a:solidFill>
                  <a:schemeClr val="bg1"/>
                </a:solidFill>
              </a:rPr>
            </a:br>
            <a:r>
              <a:rPr lang="en-NZ" dirty="0">
                <a:solidFill>
                  <a:srgbClr val="00B0F0"/>
                </a:solidFill>
              </a:rPr>
              <a:t>into</a:t>
            </a:r>
            <a:r>
              <a:rPr lang="en-NZ" dirty="0">
                <a:solidFill>
                  <a:schemeClr val="bg1"/>
                </a:solidFill>
              </a:rPr>
              <a:t> </a:t>
            </a:r>
            <a:r>
              <a:rPr lang="en-NZ" dirty="0">
                <a:solidFill>
                  <a:srgbClr val="00B0F0"/>
                </a:solidFill>
              </a:rPr>
              <a:t>insights</a:t>
            </a:r>
            <a:r>
              <a:rPr lang="en-NZ" dirty="0">
                <a:solidFill>
                  <a:schemeClr val="bg1"/>
                </a:solidFill>
              </a:rPr>
              <a:t> </a:t>
            </a:r>
            <a:br>
              <a:rPr lang="en-NZ" dirty="0">
                <a:solidFill>
                  <a:schemeClr val="bg1"/>
                </a:solidFill>
              </a:rPr>
            </a:br>
            <a:r>
              <a:rPr lang="en-NZ" dirty="0">
                <a:solidFill>
                  <a:schemeClr val="bg1"/>
                </a:solidFill>
              </a:rPr>
              <a:t>with the</a:t>
            </a:r>
            <a:br>
              <a:rPr lang="en-NZ" dirty="0">
                <a:solidFill>
                  <a:schemeClr val="bg1"/>
                </a:solidFill>
              </a:rPr>
            </a:br>
            <a:r>
              <a:rPr lang="en-NZ" dirty="0">
                <a:solidFill>
                  <a:schemeClr val="bg1"/>
                </a:solidFill>
              </a:rPr>
              <a:t>brain of </a:t>
            </a:r>
            <a:r>
              <a:rPr lang="en-NZ" dirty="0">
                <a:solidFill>
                  <a:srgbClr val="92D050"/>
                </a:solidFill>
              </a:rPr>
              <a:t>#LLMs </a:t>
            </a:r>
            <a:br>
              <a:rPr lang="en-NZ" dirty="0">
                <a:solidFill>
                  <a:srgbClr val="92D050"/>
                </a:solidFill>
              </a:rPr>
            </a:br>
            <a:r>
              <a:rPr lang="en-NZ" dirty="0">
                <a:solidFill>
                  <a:schemeClr val="bg1"/>
                </a:solidFill>
              </a:rPr>
              <a:t>and the</a:t>
            </a:r>
            <a:br>
              <a:rPr lang="en-NZ" dirty="0">
                <a:solidFill>
                  <a:schemeClr val="bg1"/>
                </a:solidFill>
              </a:rPr>
            </a:br>
            <a:r>
              <a:rPr lang="en-NZ" dirty="0">
                <a:solidFill>
                  <a:schemeClr val="bg1"/>
                </a:solidFill>
              </a:rPr>
              <a:t>muscle of </a:t>
            </a:r>
            <a:r>
              <a:rPr lang="en-NZ" dirty="0">
                <a:solidFill>
                  <a:srgbClr val="92D050"/>
                </a:solidFill>
              </a:rPr>
              <a:t>#Python</a:t>
            </a:r>
            <a:endParaRPr lang="en-NZ" dirty="0">
              <a:solidFill>
                <a:schemeClr val="bg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1501D12-0AEF-9C8C-40CD-73C11CC326D9}"/>
              </a:ext>
            </a:extLst>
          </p:cNvPr>
          <p:cNvSpPr txBox="1">
            <a:spLocks/>
          </p:cNvSpPr>
          <p:nvPr/>
        </p:nvSpPr>
        <p:spPr>
          <a:xfrm>
            <a:off x="5056292" y="-76200"/>
            <a:ext cx="2303601" cy="137822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315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6C15F"/>
                </a:solidFill>
              </a:rPr>
              <a:t>#AI</a:t>
            </a:r>
            <a:r>
              <a:rPr lang="en-US" sz="3200" dirty="0">
                <a:solidFill>
                  <a:schemeClr val="bg1"/>
                </a:solidFill>
              </a:rPr>
              <a:t> powered Reports</a:t>
            </a:r>
            <a:endParaRPr lang="en-NZ" sz="3200" dirty="0">
              <a:solidFill>
                <a:schemeClr val="bg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36617AE-A6A5-CE09-A261-44136F92090A}"/>
              </a:ext>
            </a:extLst>
          </p:cNvPr>
          <p:cNvCxnSpPr/>
          <p:nvPr/>
        </p:nvCxnSpPr>
        <p:spPr>
          <a:xfrm>
            <a:off x="4962387" y="326871"/>
            <a:ext cx="0" cy="106212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1353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2296</TotalTime>
  <Words>278</Words>
  <Application>Microsoft Office PowerPoint</Application>
  <PresentationFormat>Custom</PresentationFormat>
  <Paragraphs>53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Wingdings</vt:lpstr>
      <vt:lpstr>Office Theme</vt:lpstr>
      <vt:lpstr>Report – EV Charging Stations in NZ</vt:lpstr>
      <vt:lpstr>PowerPoint Presentation</vt:lpstr>
      <vt:lpstr>Report creation by #AI</vt:lpstr>
      <vt:lpstr>Report creation by #AI</vt:lpstr>
      <vt:lpstr>PowerPoint Presentation</vt:lpstr>
      <vt:lpstr>Report </vt:lpstr>
      <vt:lpstr>Report </vt:lpstr>
      <vt:lpstr>PowerPoint Presentation</vt:lpstr>
      <vt:lpstr>PowerPoint Presentation</vt:lpstr>
      <vt:lpstr>PowerPoint Presentation</vt:lpstr>
      <vt:lpstr>Benefits of this report – </vt:lpstr>
      <vt:lpstr>Transforming  data  into insights  with the brain of #LLMs  and the muscle of #Python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Shreya Upadhyaya</dc:creator>
  <cp:lastModifiedBy>Shreya Upadhyaya</cp:lastModifiedBy>
  <cp:revision>2</cp:revision>
  <dcterms:created xsi:type="dcterms:W3CDTF">2025-02-13T23:48:27Z</dcterms:created>
  <dcterms:modified xsi:type="dcterms:W3CDTF">2025-04-10T08:12:44Z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589c566-619b-4bc0-a01f-28a2c00ee260_Enabled">
    <vt:lpwstr>true</vt:lpwstr>
  </property>
  <property fmtid="{D5CDD505-2E9C-101B-9397-08002B2CF9AE}" pid="3" name="MSIP_Label_4589c566-619b-4bc0-a01f-28a2c00ee260_SetDate">
    <vt:lpwstr>2025-02-13T23:48:55Z</vt:lpwstr>
  </property>
  <property fmtid="{D5CDD505-2E9C-101B-9397-08002B2CF9AE}" pid="4" name="MSIP_Label_4589c566-619b-4bc0-a01f-28a2c00ee260_Method">
    <vt:lpwstr>Standard</vt:lpwstr>
  </property>
  <property fmtid="{D5CDD505-2E9C-101B-9397-08002B2CF9AE}" pid="5" name="MSIP_Label_4589c566-619b-4bc0-a01f-28a2c00ee260_Name">
    <vt:lpwstr>Restricted</vt:lpwstr>
  </property>
  <property fmtid="{D5CDD505-2E9C-101B-9397-08002B2CF9AE}" pid="6" name="MSIP_Label_4589c566-619b-4bc0-a01f-28a2c00ee260_SiteId">
    <vt:lpwstr>d1ea071a-5efb-4192-af54-d8e460956bd3</vt:lpwstr>
  </property>
  <property fmtid="{D5CDD505-2E9C-101B-9397-08002B2CF9AE}" pid="7" name="MSIP_Label_4589c566-619b-4bc0-a01f-28a2c00ee260_ActionId">
    <vt:lpwstr>344b7cf8-0900-4576-b443-4455c3326acd</vt:lpwstr>
  </property>
  <property fmtid="{D5CDD505-2E9C-101B-9397-08002B2CF9AE}" pid="8" name="MSIP_Label_4589c566-619b-4bc0-a01f-28a2c00ee260_ContentBits">
    <vt:lpwstr>0</vt:lpwstr>
  </property>
  <property fmtid="{D5CDD505-2E9C-101B-9397-08002B2CF9AE}" pid="9" name="MSIP_Label_4589c566-619b-4bc0-a01f-28a2c00ee260_Tag">
    <vt:lpwstr>10, 3, 0, 1</vt:lpwstr>
  </property>
</Properties>
</file>